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92818" r:id="rId4"/>
  </p:sldMasterIdLst>
  <p:notesMasterIdLst>
    <p:notesMasterId r:id="rId16"/>
  </p:notesMasterIdLst>
  <p:handoutMasterIdLst>
    <p:handoutMasterId r:id="rId17"/>
  </p:handoutMasterIdLst>
  <p:sldIdLst>
    <p:sldId id="2147468422" r:id="rId5"/>
    <p:sldId id="2147469858" r:id="rId6"/>
    <p:sldId id="2147469861" r:id="rId7"/>
    <p:sldId id="2147469868" r:id="rId8"/>
    <p:sldId id="2147470637" r:id="rId9"/>
    <p:sldId id="2147470640" r:id="rId10"/>
    <p:sldId id="2147470638" r:id="rId11"/>
    <p:sldId id="2147470639" r:id="rId12"/>
    <p:sldId id="2147470636" r:id="rId13"/>
    <p:sldId id="2147469859" r:id="rId14"/>
    <p:sldId id="2147469867" r:id="rId15"/>
  </p:sldIdLst>
  <p:sldSz cx="12192000" cy="6858000"/>
  <p:notesSz cx="6858000" cy="2933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4" name="Author" initials="A" lastIdx="10" clrIdx="1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8D4"/>
    <a:srgbClr val="B2B2B2"/>
    <a:srgbClr val="E5E5E5"/>
    <a:srgbClr val="1482D7"/>
    <a:srgbClr val="1885D8"/>
    <a:srgbClr val="DD3C00"/>
    <a:srgbClr val="FFFFFF"/>
    <a:srgbClr val="B82619"/>
    <a:srgbClr val="B9B9B9"/>
    <a:srgbClr val="2121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DC4477-FE22-4E8D-ABBA-AD13DD47EFE0}" v="34" dt="2026-07-08T12:17:19.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882" autoAdjust="0"/>
    <p:restoredTop sz="73007" autoAdjust="0"/>
  </p:normalViewPr>
  <p:slideViewPr>
    <p:cSldViewPr snapToGrid="0">
      <p:cViewPr varScale="1">
        <p:scale>
          <a:sx n="81" d="100"/>
          <a:sy n="81" d="100"/>
        </p:scale>
        <p:origin x="844" y="64"/>
      </p:cViewPr>
      <p:guideLst/>
    </p:cSldViewPr>
  </p:slideViewPr>
  <p:outlineViewPr>
    <p:cViewPr>
      <p:scale>
        <a:sx n="33" d="100"/>
        <a:sy n="33" d="100"/>
      </p:scale>
      <p:origin x="0" y="-17760"/>
    </p:cViewPr>
  </p:outlineViewPr>
  <p:notesTextViewPr>
    <p:cViewPr>
      <p:scale>
        <a:sx n="3" d="2"/>
        <a:sy n="3" d="2"/>
      </p:scale>
      <p:origin x="0" y="0"/>
    </p:cViewPr>
  </p:notesTextViewPr>
  <p:sorterViewPr>
    <p:cViewPr varScale="1">
      <p:scale>
        <a:sx n="1" d="1"/>
        <a:sy n="1" d="1"/>
      </p:scale>
      <p:origin x="0" y="0"/>
    </p:cViewPr>
  </p:sorterViewPr>
  <p:notesViewPr>
    <p:cSldViewPr snapToGrid="0">
      <p:cViewPr>
        <p:scale>
          <a:sx n="1" d="2"/>
          <a:sy n="1" d="2"/>
        </p:scale>
        <p:origin x="2270" y="135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6A7C56D-1E04-44A7-B5A5-F2C9CAD39DA1}"/>
              </a:ext>
            </a:extLst>
          </p:cNvPr>
          <p:cNvSpPr>
            <a:spLocks noGrp="1"/>
          </p:cNvSpPr>
          <p:nvPr>
            <p:ph type="hdr" sz="quarter"/>
          </p:nvPr>
        </p:nvSpPr>
        <p:spPr>
          <a:xfrm>
            <a:off x="0" y="0"/>
            <a:ext cx="2971800" cy="14763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0965004-8BEA-4F7D-81A8-CCB4B7568C64}"/>
              </a:ext>
            </a:extLst>
          </p:cNvPr>
          <p:cNvSpPr>
            <a:spLocks noGrp="1"/>
          </p:cNvSpPr>
          <p:nvPr>
            <p:ph type="dt" sz="quarter" idx="1"/>
          </p:nvPr>
        </p:nvSpPr>
        <p:spPr>
          <a:xfrm>
            <a:off x="3884613" y="0"/>
            <a:ext cx="2971800" cy="147638"/>
          </a:xfrm>
          <a:prstGeom prst="rect">
            <a:avLst/>
          </a:prstGeom>
        </p:spPr>
        <p:txBody>
          <a:bodyPr vert="horz" lIns="91440" tIns="45720" rIns="91440" bIns="45720" rtlCol="0"/>
          <a:lstStyle>
            <a:lvl1pPr algn="r">
              <a:defRPr sz="1200"/>
            </a:lvl1pPr>
          </a:lstStyle>
          <a:p>
            <a:fld id="{CE73B402-5B41-4304-9F9F-3BB29D09E7C0}" type="datetimeFigureOut">
              <a:rPr lang="en-US" smtClean="0"/>
              <a:t>7/8/2026</a:t>
            </a:fld>
            <a:endParaRPr lang="en-US" dirty="0"/>
          </a:p>
        </p:txBody>
      </p:sp>
      <p:sp>
        <p:nvSpPr>
          <p:cNvPr id="4" name="Footer Placeholder 3">
            <a:extLst>
              <a:ext uri="{FF2B5EF4-FFF2-40B4-BE49-F238E27FC236}">
                <a16:creationId xmlns:a16="http://schemas.microsoft.com/office/drawing/2014/main" id="{00D0244A-ACB5-4B69-80F7-479DD320A183}"/>
              </a:ext>
            </a:extLst>
          </p:cNvPr>
          <p:cNvSpPr>
            <a:spLocks noGrp="1"/>
          </p:cNvSpPr>
          <p:nvPr>
            <p:ph type="ftr" sz="quarter" idx="2"/>
          </p:nvPr>
        </p:nvSpPr>
        <p:spPr>
          <a:xfrm>
            <a:off x="0" y="2786063"/>
            <a:ext cx="2971800" cy="14763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82059ED-A391-42C7-A1E5-DBBE5FEFE332}"/>
              </a:ext>
            </a:extLst>
          </p:cNvPr>
          <p:cNvSpPr>
            <a:spLocks noGrp="1"/>
          </p:cNvSpPr>
          <p:nvPr>
            <p:ph type="sldNum" sz="quarter" idx="3"/>
          </p:nvPr>
        </p:nvSpPr>
        <p:spPr>
          <a:xfrm>
            <a:off x="3884613" y="2786063"/>
            <a:ext cx="2971800" cy="147637"/>
          </a:xfrm>
          <a:prstGeom prst="rect">
            <a:avLst/>
          </a:prstGeom>
        </p:spPr>
        <p:txBody>
          <a:bodyPr vert="horz" lIns="91440" tIns="45720" rIns="91440" bIns="45720" rtlCol="0" anchor="b"/>
          <a:lstStyle>
            <a:lvl1pPr algn="r">
              <a:defRPr sz="1200"/>
            </a:lvl1pPr>
          </a:lstStyle>
          <a:p>
            <a:fld id="{15B5BC58-DEE2-4ACC-93B4-04033970E470}" type="slidenum">
              <a:rPr lang="en-US" smtClean="0"/>
              <a:t>‹#›</a:t>
            </a:fld>
            <a:endParaRPr lang="en-US" dirty="0"/>
          </a:p>
        </p:txBody>
      </p:sp>
    </p:spTree>
    <p:extLst>
      <p:ext uri="{BB962C8B-B14F-4D97-AF65-F5344CB8AC3E}">
        <p14:creationId xmlns:p14="http://schemas.microsoft.com/office/powerpoint/2010/main" val="7557234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E64EF1-C5F7-4DE8-AD49-0D829DA0BD19}" type="datetimeFigureOut">
              <a:rPr lang="en-US" smtClean="0"/>
              <a:t>7/8/2026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C5907C-D3F9-4A36-92CC-ED44E564CD67}" type="slidenum">
              <a:rPr lang="en-US" smtClean="0"/>
              <a:t>‹#›</a:t>
            </a:fld>
            <a:endParaRPr lang="en-US" dirty="0"/>
          </a:p>
        </p:txBody>
      </p:sp>
    </p:spTree>
    <p:extLst>
      <p:ext uri="{BB962C8B-B14F-4D97-AF65-F5344CB8AC3E}">
        <p14:creationId xmlns:p14="http://schemas.microsoft.com/office/powerpoint/2010/main" val="3667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21E5A7B-BB8D-4368-A182-10966952163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7/8/2026 2:16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6558336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C5907C-D3F9-4A36-92CC-ED44E564CD67}" type="slidenum">
              <a:rPr lang="en-US" smtClean="0"/>
              <a:t>2</a:t>
            </a:fld>
            <a:endParaRPr lang="en-US" dirty="0"/>
          </a:p>
        </p:txBody>
      </p:sp>
    </p:spTree>
    <p:extLst>
      <p:ext uri="{BB962C8B-B14F-4D97-AF65-F5344CB8AC3E}">
        <p14:creationId xmlns:p14="http://schemas.microsoft.com/office/powerpoint/2010/main" val="641769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C5907C-D3F9-4A36-92CC-ED44E564CD67}" type="slidenum">
              <a:rPr lang="en-US" smtClean="0"/>
              <a:t>3</a:t>
            </a:fld>
            <a:endParaRPr lang="en-US" dirty="0"/>
          </a:p>
        </p:txBody>
      </p:sp>
    </p:spTree>
    <p:extLst>
      <p:ext uri="{BB962C8B-B14F-4D97-AF65-F5344CB8AC3E}">
        <p14:creationId xmlns:p14="http://schemas.microsoft.com/office/powerpoint/2010/main" val="27654669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C5907C-D3F9-4A36-92CC-ED44E564CD67}" type="slidenum">
              <a:rPr lang="en-US" smtClean="0"/>
              <a:t>4</a:t>
            </a:fld>
            <a:endParaRPr lang="en-US" dirty="0"/>
          </a:p>
        </p:txBody>
      </p:sp>
    </p:spTree>
    <p:extLst>
      <p:ext uri="{BB962C8B-B14F-4D97-AF65-F5344CB8AC3E}">
        <p14:creationId xmlns:p14="http://schemas.microsoft.com/office/powerpoint/2010/main" val="31957814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C5907C-D3F9-4A36-92CC-ED44E564CD67}" type="slidenum">
              <a:rPr lang="en-US" smtClean="0"/>
              <a:t>5</a:t>
            </a:fld>
            <a:endParaRPr lang="en-US" dirty="0"/>
          </a:p>
        </p:txBody>
      </p:sp>
    </p:spTree>
    <p:extLst>
      <p:ext uri="{BB962C8B-B14F-4D97-AF65-F5344CB8AC3E}">
        <p14:creationId xmlns:p14="http://schemas.microsoft.com/office/powerpoint/2010/main" val="719739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C5907C-D3F9-4A36-92CC-ED44E564CD67}" type="slidenum">
              <a:rPr lang="en-US" smtClean="0"/>
              <a:t>6</a:t>
            </a:fld>
            <a:endParaRPr lang="en-US" dirty="0"/>
          </a:p>
        </p:txBody>
      </p:sp>
    </p:spTree>
    <p:extLst>
      <p:ext uri="{BB962C8B-B14F-4D97-AF65-F5344CB8AC3E}">
        <p14:creationId xmlns:p14="http://schemas.microsoft.com/office/powerpoint/2010/main" val="27945200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C5907C-D3F9-4A36-92CC-ED44E564CD67}" type="slidenum">
              <a:rPr lang="en-US" smtClean="0"/>
              <a:t>7</a:t>
            </a:fld>
            <a:endParaRPr lang="en-US" dirty="0"/>
          </a:p>
        </p:txBody>
      </p:sp>
    </p:spTree>
    <p:extLst>
      <p:ext uri="{BB962C8B-B14F-4D97-AF65-F5344CB8AC3E}">
        <p14:creationId xmlns:p14="http://schemas.microsoft.com/office/powerpoint/2010/main" val="31081692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C5907C-D3F9-4A36-92CC-ED44E564CD67}" type="slidenum">
              <a:rPr lang="en-US" smtClean="0"/>
              <a:t>8</a:t>
            </a:fld>
            <a:endParaRPr lang="en-US" dirty="0"/>
          </a:p>
        </p:txBody>
      </p:sp>
    </p:spTree>
    <p:extLst>
      <p:ext uri="{BB962C8B-B14F-4D97-AF65-F5344CB8AC3E}">
        <p14:creationId xmlns:p14="http://schemas.microsoft.com/office/powerpoint/2010/main" val="8825738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C5907C-D3F9-4A36-92CC-ED44E564CD67}" type="slidenum">
              <a:rPr lang="en-US" smtClean="0"/>
              <a:t>9</a:t>
            </a:fld>
            <a:endParaRPr lang="en-US" dirty="0"/>
          </a:p>
        </p:txBody>
      </p:sp>
    </p:spTree>
    <p:extLst>
      <p:ext uri="{BB962C8B-B14F-4D97-AF65-F5344CB8AC3E}">
        <p14:creationId xmlns:p14="http://schemas.microsoft.com/office/powerpoint/2010/main" val="2041875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21E5A7B-BB8D-4368-A182-10966952163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7/8/2026 2:16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5447858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B483D14-DC3C-45F3-855E-02B5FD4CDF8D}"/>
              </a:ext>
            </a:extLst>
          </p:cNvPr>
          <p:cNvPicPr>
            <a:picLocks noChangeAspect="1"/>
          </p:cNvPicPr>
          <p:nvPr userDrawn="1"/>
        </p:nvPicPr>
        <p:blipFill>
          <a:blip r:embed="rId2"/>
          <a:stretch>
            <a:fillRect/>
          </a:stretch>
        </p:blipFill>
        <p:spPr>
          <a:xfrm>
            <a:off x="582043" y="585788"/>
            <a:ext cx="2308795" cy="294139"/>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19" name="Graphic 18">
            <a:extLst>
              <a:ext uri="{FF2B5EF4-FFF2-40B4-BE49-F238E27FC236}">
                <a16:creationId xmlns:a16="http://schemas.microsoft.com/office/drawing/2014/main" id="{3FBDEDB6-A84F-40BC-B54B-238AED6B041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invGray">
          <a:xfrm>
            <a:off x="4393915" y="0"/>
            <a:ext cx="7798085" cy="6858000"/>
          </a:xfrm>
          <a:prstGeom prst="rect">
            <a:avLst/>
          </a:prstGeom>
        </p:spPr>
      </p:pic>
      <p:sp>
        <p:nvSpPr>
          <p:cNvPr id="25" name="Freeform: Shape 24">
            <a:extLst>
              <a:ext uri="{FF2B5EF4-FFF2-40B4-BE49-F238E27FC236}">
                <a16:creationId xmlns:a16="http://schemas.microsoft.com/office/drawing/2014/main" id="{72B44542-6FEA-4633-9FA4-2E7E2381276D}"/>
              </a:ext>
            </a:extLst>
          </p:cNvPr>
          <p:cNvSpPr/>
          <p:nvPr userDrawn="1"/>
        </p:nvSpPr>
        <p:spPr bwMode="auto">
          <a:xfrm rot="17674506">
            <a:off x="10794396" y="4611776"/>
            <a:ext cx="635802" cy="2665253"/>
          </a:xfrm>
          <a:custGeom>
            <a:avLst/>
            <a:gdLst>
              <a:gd name="connsiteX0" fmla="*/ 610820 w 635802"/>
              <a:gd name="connsiteY0" fmla="*/ 194160 h 2665253"/>
              <a:gd name="connsiteX1" fmla="*/ 635802 w 635802"/>
              <a:gd name="connsiteY1" fmla="*/ 317901 h 2665253"/>
              <a:gd name="connsiteX2" fmla="*/ 635802 w 635802"/>
              <a:gd name="connsiteY2" fmla="*/ 2374494 h 2665253"/>
              <a:gd name="connsiteX3" fmla="*/ 0 w 635802"/>
              <a:gd name="connsiteY3" fmla="*/ 2665253 h 2665253"/>
              <a:gd name="connsiteX4" fmla="*/ 0 w 635802"/>
              <a:gd name="connsiteY4" fmla="*/ 317901 h 2665253"/>
              <a:gd name="connsiteX5" fmla="*/ 317901 w 635802"/>
              <a:gd name="connsiteY5" fmla="*/ 0 h 2665253"/>
              <a:gd name="connsiteX6" fmla="*/ 610820 w 635802"/>
              <a:gd name="connsiteY6" fmla="*/ 194160 h 2665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802" h="2665253">
                <a:moveTo>
                  <a:pt x="610820" y="194160"/>
                </a:moveTo>
                <a:cubicBezTo>
                  <a:pt x="626906" y="232193"/>
                  <a:pt x="635802" y="274008"/>
                  <a:pt x="635802" y="317901"/>
                </a:cubicBezTo>
                <a:lnTo>
                  <a:pt x="635802" y="2374494"/>
                </a:lnTo>
                <a:lnTo>
                  <a:pt x="0" y="2665253"/>
                </a:lnTo>
                <a:lnTo>
                  <a:pt x="0" y="317901"/>
                </a:lnTo>
                <a:cubicBezTo>
                  <a:pt x="-1" y="142329"/>
                  <a:pt x="142328" y="0"/>
                  <a:pt x="317901" y="0"/>
                </a:cubicBezTo>
                <a:cubicBezTo>
                  <a:pt x="449580" y="0"/>
                  <a:pt x="562559" y="80060"/>
                  <a:pt x="610820" y="194160"/>
                </a:cubicBez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1" name="Freeform: Shape 20">
            <a:extLst>
              <a:ext uri="{FF2B5EF4-FFF2-40B4-BE49-F238E27FC236}">
                <a16:creationId xmlns:a16="http://schemas.microsoft.com/office/drawing/2014/main" id="{F3335884-C023-4224-A943-917B878BC8D4}"/>
              </a:ext>
            </a:extLst>
          </p:cNvPr>
          <p:cNvSpPr/>
          <p:nvPr userDrawn="1"/>
        </p:nvSpPr>
        <p:spPr bwMode="auto">
          <a:xfrm>
            <a:off x="4410930" y="0"/>
            <a:ext cx="3165243" cy="1270495"/>
          </a:xfrm>
          <a:custGeom>
            <a:avLst/>
            <a:gdLst>
              <a:gd name="connsiteX0" fmla="*/ 0 w 3165243"/>
              <a:gd name="connsiteY0" fmla="*/ 0 h 1270495"/>
              <a:gd name="connsiteX1" fmla="*/ 1528791 w 3165243"/>
              <a:gd name="connsiteY1" fmla="*/ 0 h 1270495"/>
              <a:gd name="connsiteX2" fmla="*/ 2979476 w 3165243"/>
              <a:gd name="connsiteY2" fmla="*/ 663413 h 1270495"/>
              <a:gd name="connsiteX3" fmla="*/ 3136370 w 3165243"/>
              <a:gd name="connsiteY3" fmla="*/ 1084728 h 1270495"/>
              <a:gd name="connsiteX4" fmla="*/ 2715055 w 3165243"/>
              <a:gd name="connsiteY4" fmla="*/ 1241622 h 1270495"/>
              <a:gd name="connsiteX5" fmla="*/ 0 w 3165243"/>
              <a:gd name="connsiteY5" fmla="*/ 0 h 1270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65243" h="1270495">
                <a:moveTo>
                  <a:pt x="0" y="0"/>
                </a:moveTo>
                <a:lnTo>
                  <a:pt x="1528791" y="0"/>
                </a:lnTo>
                <a:lnTo>
                  <a:pt x="2979476" y="663413"/>
                </a:lnTo>
                <a:cubicBezTo>
                  <a:pt x="3139144" y="736431"/>
                  <a:pt x="3209388" y="925060"/>
                  <a:pt x="3136370" y="1084728"/>
                </a:cubicBezTo>
                <a:cubicBezTo>
                  <a:pt x="3063352" y="1244396"/>
                  <a:pt x="2874723" y="1314640"/>
                  <a:pt x="2715055" y="1241622"/>
                </a:cubicBezTo>
                <a:lnTo>
                  <a:pt x="0" y="0"/>
                </a:lnTo>
                <a:close/>
              </a:path>
            </a:pathLst>
          </a:cu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32700651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5215637" cy="553998"/>
          </a:xfrm>
        </p:spPr>
        <p:txBody>
          <a:bodyPr/>
          <a:lstStyle>
            <a:lvl1pPr>
              <a:defRPr/>
            </a:lvl1pPr>
          </a:lstStyle>
          <a:p>
            <a:r>
              <a:rPr lang="en-US"/>
              <a:t>Agenda</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0614E108-2258-4959-A182-798030A0C286}"/>
              </a:ext>
            </a:extLst>
          </p:cNvPr>
          <p:cNvSpPr/>
          <p:nvPr userDrawn="1"/>
        </p:nvSpPr>
        <p:spPr bwMode="auto">
          <a:xfrm>
            <a:off x="6395722" y="0"/>
            <a:ext cx="5796278"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32" name="Group 31">
            <a:extLst>
              <a:ext uri="{FF2B5EF4-FFF2-40B4-BE49-F238E27FC236}">
                <a16:creationId xmlns:a16="http://schemas.microsoft.com/office/drawing/2014/main" id="{22E07E8F-16B4-4F77-8278-6A843F1B9F57}"/>
              </a:ext>
            </a:extLst>
          </p:cNvPr>
          <p:cNvGrpSpPr/>
          <p:nvPr userDrawn="1"/>
        </p:nvGrpSpPr>
        <p:grpSpPr>
          <a:xfrm rot="16200000">
            <a:off x="7643952" y="2603639"/>
            <a:ext cx="5424211" cy="3084509"/>
            <a:chOff x="6395721" y="4420906"/>
            <a:chExt cx="3250001" cy="1848132"/>
          </a:xfrm>
        </p:grpSpPr>
        <p:sp>
          <p:nvSpPr>
            <p:cNvPr id="27" name="Rectangle: Top Corners Rounded 26">
              <a:extLst>
                <a:ext uri="{FF2B5EF4-FFF2-40B4-BE49-F238E27FC236}">
                  <a16:creationId xmlns:a16="http://schemas.microsoft.com/office/drawing/2014/main" id="{B26B5DC7-3928-4E30-95C7-101CC42758F9}"/>
                </a:ext>
              </a:extLst>
            </p:cNvPr>
            <p:cNvSpPr/>
            <p:nvPr userDrawn="1"/>
          </p:nvSpPr>
          <p:spPr bwMode="auto">
            <a:xfrm rot="5400000">
              <a:off x="6879140" y="3937487"/>
              <a:ext cx="501648" cy="1468485"/>
            </a:xfrm>
            <a:prstGeom prst="round2SameRect">
              <a:avLst>
                <a:gd name="adj1" fmla="val 50000"/>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5" name="Oval 24">
              <a:extLst>
                <a:ext uri="{FF2B5EF4-FFF2-40B4-BE49-F238E27FC236}">
                  <a16:creationId xmlns:a16="http://schemas.microsoft.com/office/drawing/2014/main" id="{6F2E0A55-6A95-45A9-9988-FD4377975EAD}"/>
                </a:ext>
              </a:extLst>
            </p:cNvPr>
            <p:cNvSpPr/>
            <p:nvPr userDrawn="1"/>
          </p:nvSpPr>
          <p:spPr bwMode="auto">
            <a:xfrm>
              <a:off x="7407431" y="4471065"/>
              <a:ext cx="401326" cy="401326"/>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8" name="Rectangle: Top Corners Rounded 27">
              <a:extLst>
                <a:ext uri="{FF2B5EF4-FFF2-40B4-BE49-F238E27FC236}">
                  <a16:creationId xmlns:a16="http://schemas.microsoft.com/office/drawing/2014/main" id="{EA3F14D9-33C3-411A-8D84-8E8E15E9381B}"/>
                </a:ext>
              </a:extLst>
            </p:cNvPr>
            <p:cNvSpPr/>
            <p:nvPr userDrawn="1"/>
          </p:nvSpPr>
          <p:spPr bwMode="auto">
            <a:xfrm rot="5400000">
              <a:off x="7246261" y="4243608"/>
              <a:ext cx="501648" cy="2202728"/>
            </a:xfrm>
            <a:prstGeom prst="round2SameRect">
              <a:avLst>
                <a:gd name="adj1" fmla="val 50000"/>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9" name="Oval 28">
              <a:extLst>
                <a:ext uri="{FF2B5EF4-FFF2-40B4-BE49-F238E27FC236}">
                  <a16:creationId xmlns:a16="http://schemas.microsoft.com/office/drawing/2014/main" id="{4A285CB0-5ABD-4C59-98FE-F25F8026D321}"/>
                </a:ext>
              </a:extLst>
            </p:cNvPr>
            <p:cNvSpPr/>
            <p:nvPr userDrawn="1"/>
          </p:nvSpPr>
          <p:spPr bwMode="auto">
            <a:xfrm>
              <a:off x="8141673" y="5144307"/>
              <a:ext cx="401326" cy="401326"/>
            </a:xfrm>
            <a:prstGeom prst="ellipse">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0" name="Rectangle: Top Corners Rounded 29">
              <a:extLst>
                <a:ext uri="{FF2B5EF4-FFF2-40B4-BE49-F238E27FC236}">
                  <a16:creationId xmlns:a16="http://schemas.microsoft.com/office/drawing/2014/main" id="{6EC31BC0-C04D-4163-9ECB-371CBCE34ADB}"/>
                </a:ext>
              </a:extLst>
            </p:cNvPr>
            <p:cNvSpPr/>
            <p:nvPr userDrawn="1"/>
          </p:nvSpPr>
          <p:spPr bwMode="auto">
            <a:xfrm rot="5400000">
              <a:off x="7769898" y="4393213"/>
              <a:ext cx="501648" cy="3250001"/>
            </a:xfrm>
            <a:prstGeom prst="round2SameRect">
              <a:avLst>
                <a:gd name="adj1" fmla="val 50000"/>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1" name="Oval 30">
              <a:extLst>
                <a:ext uri="{FF2B5EF4-FFF2-40B4-BE49-F238E27FC236}">
                  <a16:creationId xmlns:a16="http://schemas.microsoft.com/office/drawing/2014/main" id="{E691BBA6-17F1-4715-BBD9-9570E0AF6EBF}"/>
                </a:ext>
              </a:extLst>
            </p:cNvPr>
            <p:cNvSpPr/>
            <p:nvPr userDrawn="1"/>
          </p:nvSpPr>
          <p:spPr bwMode="auto">
            <a:xfrm>
              <a:off x="9188946" y="5817549"/>
              <a:ext cx="401326" cy="401326"/>
            </a:xfrm>
            <a:prstGeom prst="ellipse">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spTree>
    <p:extLst>
      <p:ext uri="{BB962C8B-B14F-4D97-AF65-F5344CB8AC3E}">
        <p14:creationId xmlns:p14="http://schemas.microsoft.com/office/powerpoint/2010/main" val="415143340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2210228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037219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822795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6972"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7" name="Picture 6">
            <a:extLst>
              <a:ext uri="{FF2B5EF4-FFF2-40B4-BE49-F238E27FC236}">
                <a16:creationId xmlns:a16="http://schemas.microsoft.com/office/drawing/2014/main" id="{8EF7F8A9-CB63-4BA7-8A0E-637BFA251A89}"/>
              </a:ext>
            </a:extLst>
          </p:cNvPr>
          <p:cNvPicPr>
            <a:picLocks noChangeAspect="1"/>
          </p:cNvPicPr>
          <p:nvPr userDrawn="1"/>
        </p:nvPicPr>
        <p:blipFill>
          <a:blip r:embed="rId2"/>
          <a:stretch>
            <a:fillRect/>
          </a:stretch>
        </p:blipFill>
        <p:spPr bwMode="black">
          <a:xfrm>
            <a:off x="549201" y="1177602"/>
            <a:ext cx="2514666" cy="2251398"/>
          </a:xfrm>
          <a:prstGeom prst="rect">
            <a:avLst/>
          </a:prstGeom>
        </p:spPr>
      </p:pic>
    </p:spTree>
    <p:extLst>
      <p:ext uri="{BB962C8B-B14F-4D97-AF65-F5344CB8AC3E}">
        <p14:creationId xmlns:p14="http://schemas.microsoft.com/office/powerpoint/2010/main" val="23764195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yellow">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5384"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5384"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5384"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6" name="Picture 5">
            <a:extLst>
              <a:ext uri="{FF2B5EF4-FFF2-40B4-BE49-F238E27FC236}">
                <a16:creationId xmlns:a16="http://schemas.microsoft.com/office/drawing/2014/main" id="{DD6A131B-0EEE-4C13-90D1-99AA5B3DC4ED}"/>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584200" y="1201415"/>
            <a:ext cx="2062492" cy="1842493"/>
          </a:xfrm>
          <a:prstGeom prst="rect">
            <a:avLst/>
          </a:prstGeom>
        </p:spPr>
      </p:pic>
    </p:spTree>
    <p:extLst>
      <p:ext uri="{BB962C8B-B14F-4D97-AF65-F5344CB8AC3E}">
        <p14:creationId xmlns:p14="http://schemas.microsoft.com/office/powerpoint/2010/main" val="29495964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green">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6972"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7" name="Picture 6">
            <a:extLst>
              <a:ext uri="{FF2B5EF4-FFF2-40B4-BE49-F238E27FC236}">
                <a16:creationId xmlns:a16="http://schemas.microsoft.com/office/drawing/2014/main" id="{8EF7F8A9-CB63-4BA7-8A0E-637BFA251A89}"/>
              </a:ext>
            </a:extLst>
          </p:cNvPr>
          <p:cNvPicPr>
            <a:picLocks noChangeAspect="1"/>
          </p:cNvPicPr>
          <p:nvPr userDrawn="1"/>
        </p:nvPicPr>
        <p:blipFill>
          <a:blip r:embed="rId2"/>
          <a:stretch>
            <a:fillRect/>
          </a:stretch>
        </p:blipFill>
        <p:spPr bwMode="black">
          <a:xfrm>
            <a:off x="549201" y="1177602"/>
            <a:ext cx="2514666" cy="2251398"/>
          </a:xfrm>
          <a:prstGeom prst="rect">
            <a:avLst/>
          </a:prstGeom>
        </p:spPr>
      </p:pic>
    </p:spTree>
    <p:extLst>
      <p:ext uri="{BB962C8B-B14F-4D97-AF65-F5344CB8AC3E}">
        <p14:creationId xmlns:p14="http://schemas.microsoft.com/office/powerpoint/2010/main" val="17939163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Title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904426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title - Comprehensive securit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5" name="Picture 4">
            <a:extLst>
              <a:ext uri="{FF2B5EF4-FFF2-40B4-BE49-F238E27FC236}">
                <a16:creationId xmlns:a16="http://schemas.microsoft.com/office/drawing/2014/main" id="{16BC4C20-DFD2-48A2-B2AC-880C9F9B884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7479" b="-7479"/>
          <a:stretch/>
        </p:blipFill>
        <p:spPr>
          <a:xfrm>
            <a:off x="5270500" y="0"/>
            <a:ext cx="6921500" cy="6857999"/>
          </a:xfrm>
          <a:prstGeom prst="rect">
            <a:avLst/>
          </a:prstGeom>
          <a:solidFill>
            <a:srgbClr val="0078D4"/>
          </a:solidFill>
        </p:spPr>
      </p:pic>
    </p:spTree>
    <p:extLst>
      <p:ext uri="{BB962C8B-B14F-4D97-AF65-F5344CB8AC3E}">
        <p14:creationId xmlns:p14="http://schemas.microsoft.com/office/powerpoint/2010/main" val="39125957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 Risk mitiga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grpSp>
        <p:nvGrpSpPr>
          <p:cNvPr id="5" name="Group 4">
            <a:extLst>
              <a:ext uri="{FF2B5EF4-FFF2-40B4-BE49-F238E27FC236}">
                <a16:creationId xmlns:a16="http://schemas.microsoft.com/office/drawing/2014/main" id="{F7B937E4-A358-4B11-9343-395C11D76927}"/>
              </a:ext>
            </a:extLst>
          </p:cNvPr>
          <p:cNvGrpSpPr/>
          <p:nvPr userDrawn="1"/>
        </p:nvGrpSpPr>
        <p:grpSpPr>
          <a:xfrm>
            <a:off x="5270500" y="0"/>
            <a:ext cx="6921500" cy="6858000"/>
            <a:chOff x="5270500" y="0"/>
            <a:chExt cx="6921500" cy="6858000"/>
          </a:xfrm>
        </p:grpSpPr>
        <p:sp>
          <p:nvSpPr>
            <p:cNvPr id="3" name="Rectangle 2">
              <a:extLst>
                <a:ext uri="{FF2B5EF4-FFF2-40B4-BE49-F238E27FC236}">
                  <a16:creationId xmlns:a16="http://schemas.microsoft.com/office/drawing/2014/main" id="{A17F4E50-58F5-45B4-9A86-E3F871698E67}"/>
                </a:ext>
              </a:extLst>
            </p:cNvPr>
            <p:cNvSpPr/>
            <p:nvPr userDrawn="1"/>
          </p:nvSpPr>
          <p:spPr bwMode="auto">
            <a:xfrm>
              <a:off x="5270500" y="0"/>
              <a:ext cx="69215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4" name="Picture 3">
              <a:extLst>
                <a:ext uri="{FF2B5EF4-FFF2-40B4-BE49-F238E27FC236}">
                  <a16:creationId xmlns:a16="http://schemas.microsoft.com/office/drawing/2014/main" id="{F3223FD1-A9C9-46E0-84ED-3608084FA7CE}"/>
                </a:ext>
              </a:extLst>
            </p:cNvPr>
            <p:cNvPicPr>
              <a:picLocks noChangeAspect="1"/>
            </p:cNvPicPr>
            <p:nvPr userDrawn="1"/>
          </p:nvPicPr>
          <p:blipFill rotWithShape="1">
            <a:blip r:embed="rId2"/>
            <a:srcRect l="9710" t="632" r="15754" b="11957"/>
            <a:stretch/>
          </p:blipFill>
          <p:spPr>
            <a:xfrm>
              <a:off x="5270500" y="373743"/>
              <a:ext cx="6921500" cy="5181600"/>
            </a:xfrm>
            <a:prstGeom prst="rect">
              <a:avLst/>
            </a:prstGeom>
          </p:spPr>
        </p:pic>
      </p:grpSp>
    </p:spTree>
    <p:extLst>
      <p:ext uri="{BB962C8B-B14F-4D97-AF65-F5344CB8AC3E}">
        <p14:creationId xmlns:p14="http://schemas.microsoft.com/office/powerpoint/2010/main" val="31490725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606937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Picture 4">
            <a:extLst>
              <a:ext uri="{FF2B5EF4-FFF2-40B4-BE49-F238E27FC236}">
                <a16:creationId xmlns:a16="http://schemas.microsoft.com/office/drawing/2014/main" id="{2DB3C5CC-AE72-496D-8E0F-9DEC4A52D5F7}"/>
              </a:ext>
            </a:extLst>
          </p:cNvPr>
          <p:cNvPicPr>
            <a:picLocks noChangeAspect="1"/>
          </p:cNvPicPr>
          <p:nvPr userDrawn="1"/>
        </p:nvPicPr>
        <p:blipFill>
          <a:blip r:embed="rId2"/>
          <a:stretch>
            <a:fillRect/>
          </a:stretch>
        </p:blipFill>
        <p:spPr>
          <a:xfrm>
            <a:off x="582043" y="585788"/>
            <a:ext cx="2308795" cy="294139"/>
          </a:xfrm>
          <a:prstGeom prst="rect">
            <a:avLst/>
          </a:prstGeom>
        </p:spPr>
      </p:pic>
    </p:spTree>
    <p:extLst>
      <p:ext uri="{BB962C8B-B14F-4D97-AF65-F5344CB8AC3E}">
        <p14:creationId xmlns:p14="http://schemas.microsoft.com/office/powerpoint/2010/main" val="423032117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BDBC305C-A9C3-4278-AFC0-C99DFD80A68A}"/>
              </a:ext>
            </a:extLst>
          </p:cNvPr>
          <p:cNvSpPr>
            <a:spLocks noGrp="1"/>
          </p:cNvSpPr>
          <p:nvPr>
            <p:ph type="title" hasCustomPrompt="1"/>
          </p:nvPr>
        </p:nvSpPr>
        <p:spPr>
          <a:xfrm>
            <a:off x="426424" y="440495"/>
            <a:ext cx="11336039" cy="758022"/>
          </a:xfrm>
          <a:prstGeom prst="rect">
            <a:avLst/>
          </a:prstGeom>
        </p:spPr>
        <p:txBody>
          <a:bodyPr vert="horz" wrap="square" lIns="0" tIns="164592" rIns="0" bIns="0" rtlCol="0" anchor="t">
            <a:noAutofit/>
          </a:bodyPr>
          <a:lstStyle>
            <a:lvl1pPr>
              <a:defRPr sz="3200">
                <a:solidFill>
                  <a:srgbClr val="000000"/>
                </a:solidFill>
              </a:defRPr>
            </a:lvl1pPr>
          </a:lstStyle>
          <a:p>
            <a:r>
              <a:rPr lang="en-US"/>
              <a:t>Title</a:t>
            </a:r>
          </a:p>
        </p:txBody>
      </p:sp>
    </p:spTree>
    <p:extLst>
      <p:ext uri="{BB962C8B-B14F-4D97-AF65-F5344CB8AC3E}">
        <p14:creationId xmlns:p14="http://schemas.microsoft.com/office/powerpoint/2010/main" val="714558946"/>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mp; body slide">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37318" y="2139704"/>
            <a:ext cx="11339774" cy="1223171"/>
          </a:xfrm>
        </p:spPr>
        <p:txBody>
          <a:bodyPr wrap="square" lIns="0" tIns="0" rIns="0" bIns="0">
            <a:spAutoFit/>
          </a:bodyPr>
          <a:lstStyle>
            <a:lvl1pPr marL="0" indent="0">
              <a:lnSpc>
                <a:spcPct val="90000"/>
              </a:lnSpc>
              <a:spcBef>
                <a:spcPts val="0"/>
              </a:spcBef>
              <a:spcAft>
                <a:spcPts val="1273"/>
              </a:spcAft>
              <a:buNone/>
              <a:defRPr sz="2549" b="0" i="0">
                <a:solidFill>
                  <a:srgbClr val="000000"/>
                </a:solidFill>
                <a:latin typeface="+mn-lt"/>
              </a:defRPr>
            </a:lvl1pPr>
            <a:lvl2pPr marL="224054" indent="0">
              <a:lnSpc>
                <a:spcPct val="90000"/>
              </a:lnSpc>
              <a:spcBef>
                <a:spcPts val="0"/>
              </a:spcBef>
              <a:spcAft>
                <a:spcPts val="1273"/>
              </a:spcAft>
              <a:buNone/>
              <a:defRPr sz="1961">
                <a:solidFill>
                  <a:srgbClr val="000000"/>
                </a:solidFill>
              </a:defRPr>
            </a:lvl2pPr>
            <a:lvl3pPr marL="448107" indent="0">
              <a:spcBef>
                <a:spcPts val="0"/>
              </a:spcBef>
              <a:spcAft>
                <a:spcPts val="1273"/>
              </a:spcAft>
              <a:buNone/>
              <a:defRPr sz="1961">
                <a:solidFill>
                  <a:srgbClr val="000000"/>
                </a:solidFill>
              </a:defRPr>
            </a:lvl3pPr>
            <a:lvl4pPr marL="672161" indent="0">
              <a:spcBef>
                <a:spcPts val="0"/>
              </a:spcBef>
              <a:spcAft>
                <a:spcPts val="1273"/>
              </a:spcAft>
              <a:buNone/>
              <a:defRPr sz="1961"/>
            </a:lvl4pPr>
            <a:lvl5pPr marL="896214" indent="0">
              <a:buNone/>
              <a:defRPr/>
            </a:lvl5pPr>
          </a:lstStyle>
          <a:p>
            <a:pPr lvl="0"/>
            <a:r>
              <a:rPr lang="en-US"/>
              <a:t>First level Segoe UI 26pt</a:t>
            </a:r>
          </a:p>
          <a:p>
            <a:pPr lvl="1"/>
            <a:r>
              <a:rPr lang="en-US"/>
              <a:t>Second level Segoe UI 20pt</a:t>
            </a:r>
          </a:p>
          <a:p>
            <a:pPr lvl="2"/>
            <a:r>
              <a:rPr lang="en-US"/>
              <a:t>Third level Segoe UI 20pt</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26424" y="440498"/>
            <a:ext cx="11336039" cy="739343"/>
          </a:xfrm>
          <a:prstGeom prst="rect">
            <a:avLst/>
          </a:prstGeom>
        </p:spPr>
        <p:txBody>
          <a:bodyPr vert="horz" wrap="square" lIns="0" tIns="164592" rIns="0" bIns="0" rtlCol="0" anchor="t">
            <a:noAutofit/>
          </a:bodyPr>
          <a:lstStyle>
            <a:lvl1pPr>
              <a:defRPr>
                <a:solidFill>
                  <a:srgbClr val="000000"/>
                </a:solidFill>
              </a:defRPr>
            </a:lvl1pPr>
          </a:lstStyle>
          <a:p>
            <a:r>
              <a:rPr lang="en-US"/>
              <a:t>Heading Segoe UI </a:t>
            </a:r>
            <a:r>
              <a:rPr lang="en-US" err="1"/>
              <a:t>Semibold</a:t>
            </a:r>
            <a:r>
              <a:rPr lang="en-US"/>
              <a:t> 32pt</a:t>
            </a:r>
          </a:p>
        </p:txBody>
      </p:sp>
      <p:sp>
        <p:nvSpPr>
          <p:cNvPr id="2" name="Slide Number Placeholder 1">
            <a:extLst>
              <a:ext uri="{FF2B5EF4-FFF2-40B4-BE49-F238E27FC236}">
                <a16:creationId xmlns:a16="http://schemas.microsoft.com/office/drawing/2014/main" id="{10BFBB51-3BEE-447C-BBF7-6745673ABFD3}"/>
              </a:ext>
            </a:extLst>
          </p:cNvPr>
          <p:cNvSpPr>
            <a:spLocks noGrp="1"/>
          </p:cNvSpPr>
          <p:nvPr>
            <p:ph type="sldNum" sz="quarter" idx="11"/>
          </p:nvPr>
        </p:nvSpPr>
        <p:spPr/>
        <p:txBody>
          <a:bodyPr/>
          <a:lstStyle/>
          <a:p>
            <a:fld id="{9FF74395-904F-4ACB-9384-37E9B128F63B}" type="slidenum">
              <a:rPr lang="en-IN" smtClean="0"/>
              <a:pPr/>
              <a:t>‹#›</a:t>
            </a:fld>
            <a:endParaRPr lang="en-IN"/>
          </a:p>
        </p:txBody>
      </p:sp>
    </p:spTree>
    <p:extLst>
      <p:ext uri="{BB962C8B-B14F-4D97-AF65-F5344CB8AC3E}">
        <p14:creationId xmlns:p14="http://schemas.microsoft.com/office/powerpoint/2010/main" val="1629860033"/>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Bullet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700F965-2E11-B443-A950-D7BA414B5199}"/>
              </a:ext>
            </a:extLst>
          </p:cNvPr>
          <p:cNvSpPr>
            <a:spLocks noGrp="1"/>
          </p:cNvSpPr>
          <p:nvPr>
            <p:ph type="title"/>
          </p:nvPr>
        </p:nvSpPr>
        <p:spPr>
          <a:xfrm>
            <a:off x="588263" y="1107280"/>
            <a:ext cx="7508990" cy="1106905"/>
          </a:xfrm>
          <a:prstGeom prst="rect">
            <a:avLst/>
          </a:prstGeom>
        </p:spPr>
        <p:txBody>
          <a:bodyPr/>
          <a:lstStyle>
            <a:lvl1pPr>
              <a:defRPr>
                <a:solidFill>
                  <a:schemeClr val="tx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42F5D3B7-C6D8-43D0-AD35-74E66B81A6BD}"/>
              </a:ext>
            </a:extLst>
          </p:cNvPr>
          <p:cNvSpPr>
            <a:spLocks noGrp="1"/>
          </p:cNvSpPr>
          <p:nvPr>
            <p:ph sz="quarter" idx="11"/>
          </p:nvPr>
        </p:nvSpPr>
        <p:spPr>
          <a:xfrm>
            <a:off x="586390" y="2410094"/>
            <a:ext cx="11060178" cy="4040712"/>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86947440"/>
      </p:ext>
    </p:extLst>
  </p:cSld>
  <p:clrMapOvr>
    <a:masterClrMapping/>
  </p:clrMapOvr>
  <p:transition>
    <p:fade/>
  </p:transition>
  <p:extLst>
    <p:ext uri="{DCECCB84-F9BA-43D5-87BE-67443E8EF086}">
      <p15:sldGuideLst xmlns:p15="http://schemas.microsoft.com/office/powerpoint/2012/main">
        <p15:guide id="1" pos="184">
          <p15:clr>
            <a:srgbClr val="CCCCCC"/>
          </p15:clr>
        </p15:guide>
        <p15:guide id="2" pos="7496">
          <p15:clr>
            <a:srgbClr val="CCCCCC"/>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48263141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DF1F2-C776-447E-831D-4F108EC44E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212E44-FC97-4AC4-85D2-3CA25D63FA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B22558-C433-4C6E-894E-655EF0942A9D}"/>
              </a:ext>
            </a:extLst>
          </p:cNvPr>
          <p:cNvSpPr>
            <a:spLocks noGrp="1"/>
          </p:cNvSpPr>
          <p:nvPr>
            <p:ph type="dt" sz="half" idx="10"/>
          </p:nvPr>
        </p:nvSpPr>
        <p:spPr/>
        <p:txBody>
          <a:bodyPr/>
          <a:lstStyle/>
          <a:p>
            <a:fld id="{AD39F531-7196-44FF-B448-CB882101825B}" type="datetimeFigureOut">
              <a:rPr lang="en-US" smtClean="0"/>
              <a:t>7/8/2026</a:t>
            </a:fld>
            <a:endParaRPr lang="en-US"/>
          </a:p>
        </p:txBody>
      </p:sp>
      <p:sp>
        <p:nvSpPr>
          <p:cNvPr id="5" name="Footer Placeholder 4">
            <a:extLst>
              <a:ext uri="{FF2B5EF4-FFF2-40B4-BE49-F238E27FC236}">
                <a16:creationId xmlns:a16="http://schemas.microsoft.com/office/drawing/2014/main" id="{8B7286A2-B24A-4D90-8B30-23DE12F6CE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3B2F5-5460-4331-9F41-C83BDE7142A6}"/>
              </a:ext>
            </a:extLst>
          </p:cNvPr>
          <p:cNvSpPr>
            <a:spLocks noGrp="1"/>
          </p:cNvSpPr>
          <p:nvPr>
            <p:ph type="sldNum" sz="quarter" idx="12"/>
          </p:nvPr>
        </p:nvSpPr>
        <p:spPr/>
        <p:txBody>
          <a:bodyPr/>
          <a:lstStyle/>
          <a:p>
            <a:fld id="{E909E6FB-1F8C-4662-A734-70D080FB7149}" type="slidenum">
              <a:rPr lang="en-US" smtClean="0"/>
              <a:t>‹#›</a:t>
            </a:fld>
            <a:endParaRPr lang="en-US"/>
          </a:p>
        </p:txBody>
      </p:sp>
    </p:spTree>
    <p:extLst>
      <p:ext uri="{BB962C8B-B14F-4D97-AF65-F5344CB8AC3E}">
        <p14:creationId xmlns:p14="http://schemas.microsoft.com/office/powerpoint/2010/main" val="1178361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20"/>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1625780112"/>
      </p:ext>
    </p:extLst>
  </p:cSld>
  <p:clrMap bg1="lt1" tx1="dk1" bg2="lt2" tx2="dk2" accent1="accent1" accent2="accent2" accent3="accent3" accent4="accent4" accent5="accent5" accent6="accent6" hlink="hlink" folHlink="folHlink"/>
  <p:sldLayoutIdLst>
    <p:sldLayoutId id="2147492819" r:id="rId1"/>
    <p:sldLayoutId id="2147492820" r:id="rId2"/>
    <p:sldLayoutId id="2147492821" r:id="rId3"/>
    <p:sldLayoutId id="2147492822" r:id="rId4"/>
    <p:sldLayoutId id="2147492823" r:id="rId5"/>
    <p:sldLayoutId id="2147492824" r:id="rId6"/>
    <p:sldLayoutId id="2147492825" r:id="rId7"/>
    <p:sldLayoutId id="2147492826" r:id="rId8"/>
    <p:sldLayoutId id="2147492827" r:id="rId9"/>
    <p:sldLayoutId id="2147492828" r:id="rId10"/>
    <p:sldLayoutId id="2147492829" r:id="rId11"/>
    <p:sldLayoutId id="2147492830" r:id="rId12"/>
    <p:sldLayoutId id="2147492831" r:id="rId13"/>
    <p:sldLayoutId id="2147492832" r:id="rId14"/>
    <p:sldLayoutId id="2147492833" r:id="rId15"/>
    <p:sldLayoutId id="2147492834" r:id="rId16"/>
    <p:sldLayoutId id="2147492835" r:id="rId17"/>
    <p:sldLayoutId id="2147493547" r:id="rId18"/>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3.xml"/><Relationship Id="rId1" Type="http://schemas.openxmlformats.org/officeDocument/2006/relationships/slideLayout" Target="../slideLayouts/slideLayout18.xml"/><Relationship Id="rId4" Type="http://schemas.openxmlformats.org/officeDocument/2006/relationships/image" Target="../media/image10.emf"/></Relationships>
</file>

<file path=ppt/slides/_rels/slide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4.xml"/><Relationship Id="rId1" Type="http://schemas.openxmlformats.org/officeDocument/2006/relationships/slideLayout" Target="../slideLayouts/slideLayout18.xml"/><Relationship Id="rId5" Type="http://schemas.openxmlformats.org/officeDocument/2006/relationships/image" Target="../media/image13.emf"/><Relationship Id="rId4" Type="http://schemas.openxmlformats.org/officeDocument/2006/relationships/image" Target="../media/image12.emf"/></Relationships>
</file>

<file path=ppt/slides/_rels/slide5.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4.emf"/><Relationship Id="rId7" Type="http://schemas.openxmlformats.org/officeDocument/2006/relationships/image" Target="../media/image18.emf"/><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image" Target="../media/image17.emf"/><Relationship Id="rId5" Type="http://schemas.openxmlformats.org/officeDocument/2006/relationships/image" Target="../media/image16.emf"/><Relationship Id="rId4" Type="http://schemas.openxmlformats.org/officeDocument/2006/relationships/image" Target="../media/image15.emf"/></Relationships>
</file>

<file path=ppt/slides/_rels/slide6.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image" Target="../media/image24.emf"/><Relationship Id="rId3" Type="http://schemas.openxmlformats.org/officeDocument/2006/relationships/image" Target="../media/image20.emf"/><Relationship Id="rId7" Type="http://schemas.openxmlformats.org/officeDocument/2006/relationships/image" Target="../media/image21.emf"/><Relationship Id="rId12" Type="http://schemas.openxmlformats.org/officeDocument/2006/relationships/image" Target="../media/image23.emf"/><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16.emf"/><Relationship Id="rId11" Type="http://schemas.openxmlformats.org/officeDocument/2006/relationships/image" Target="../media/image22.emf"/><Relationship Id="rId5" Type="http://schemas.openxmlformats.org/officeDocument/2006/relationships/image" Target="../media/image15.emf"/><Relationship Id="rId10" Type="http://schemas.openxmlformats.org/officeDocument/2006/relationships/image" Target="../media/image19.emf"/><Relationship Id="rId4" Type="http://schemas.openxmlformats.org/officeDocument/2006/relationships/image" Target="../media/image14.emf"/><Relationship Id="rId9" Type="http://schemas.openxmlformats.org/officeDocument/2006/relationships/image" Target="../media/image18.emf"/></Relationships>
</file>

<file path=ppt/slides/_rels/slide7.xml.rels><?xml version="1.0" encoding="UTF-8" standalone="yes"?>
<Relationships xmlns="http://schemas.openxmlformats.org/package/2006/relationships"><Relationship Id="rId8" Type="http://schemas.openxmlformats.org/officeDocument/2006/relationships/image" Target="../media/image21.emf"/><Relationship Id="rId13" Type="http://schemas.openxmlformats.org/officeDocument/2006/relationships/image" Target="../media/image23.emf"/><Relationship Id="rId3" Type="http://schemas.openxmlformats.org/officeDocument/2006/relationships/image" Target="../media/image20.emf"/><Relationship Id="rId7" Type="http://schemas.openxmlformats.org/officeDocument/2006/relationships/image" Target="../media/image16.emf"/><Relationship Id="rId12" Type="http://schemas.openxmlformats.org/officeDocument/2006/relationships/image" Target="../media/image22.emf"/><Relationship Id="rId2" Type="http://schemas.openxmlformats.org/officeDocument/2006/relationships/notesSlide" Target="../notesSlides/notesSlide7.xml"/><Relationship Id="rId16" Type="http://schemas.openxmlformats.org/officeDocument/2006/relationships/image" Target="../media/image24.emf"/><Relationship Id="rId1" Type="http://schemas.openxmlformats.org/officeDocument/2006/relationships/slideLayout" Target="../slideLayouts/slideLayout18.xml"/><Relationship Id="rId6" Type="http://schemas.openxmlformats.org/officeDocument/2006/relationships/image" Target="../media/image15.emf"/><Relationship Id="rId11" Type="http://schemas.openxmlformats.org/officeDocument/2006/relationships/image" Target="../media/image19.emf"/><Relationship Id="rId5" Type="http://schemas.openxmlformats.org/officeDocument/2006/relationships/image" Target="../media/image14.emf"/><Relationship Id="rId15" Type="http://schemas.openxmlformats.org/officeDocument/2006/relationships/image" Target="../media/image27.emf"/><Relationship Id="rId10" Type="http://schemas.openxmlformats.org/officeDocument/2006/relationships/image" Target="../media/image18.emf"/><Relationship Id="rId4" Type="http://schemas.openxmlformats.org/officeDocument/2006/relationships/image" Target="../media/image25.emf"/><Relationship Id="rId9" Type="http://schemas.openxmlformats.org/officeDocument/2006/relationships/image" Target="../media/image17.emf"/><Relationship Id="rId14" Type="http://schemas.openxmlformats.org/officeDocument/2006/relationships/image" Target="../media/image26.emf"/></Relationships>
</file>

<file path=ppt/slides/_rels/slide8.xml.rels><?xml version="1.0" encoding="UTF-8" standalone="yes"?>
<Relationships xmlns="http://schemas.openxmlformats.org/package/2006/relationships"><Relationship Id="rId8" Type="http://schemas.openxmlformats.org/officeDocument/2006/relationships/image" Target="../media/image21.emf"/><Relationship Id="rId13" Type="http://schemas.openxmlformats.org/officeDocument/2006/relationships/image" Target="../media/image23.emf"/><Relationship Id="rId3" Type="http://schemas.openxmlformats.org/officeDocument/2006/relationships/image" Target="../media/image20.emf"/><Relationship Id="rId7" Type="http://schemas.openxmlformats.org/officeDocument/2006/relationships/image" Target="../media/image16.emf"/><Relationship Id="rId12" Type="http://schemas.openxmlformats.org/officeDocument/2006/relationships/image" Target="../media/image22.emf"/><Relationship Id="rId17" Type="http://schemas.openxmlformats.org/officeDocument/2006/relationships/image" Target="../media/image28.emf"/><Relationship Id="rId2" Type="http://schemas.openxmlformats.org/officeDocument/2006/relationships/notesSlide" Target="../notesSlides/notesSlide8.xml"/><Relationship Id="rId16" Type="http://schemas.openxmlformats.org/officeDocument/2006/relationships/image" Target="../media/image24.emf"/><Relationship Id="rId1" Type="http://schemas.openxmlformats.org/officeDocument/2006/relationships/slideLayout" Target="../slideLayouts/slideLayout18.xml"/><Relationship Id="rId6" Type="http://schemas.openxmlformats.org/officeDocument/2006/relationships/image" Target="../media/image15.emf"/><Relationship Id="rId11" Type="http://schemas.openxmlformats.org/officeDocument/2006/relationships/image" Target="../media/image19.emf"/><Relationship Id="rId5" Type="http://schemas.openxmlformats.org/officeDocument/2006/relationships/image" Target="../media/image14.emf"/><Relationship Id="rId15" Type="http://schemas.openxmlformats.org/officeDocument/2006/relationships/image" Target="../media/image27.emf"/><Relationship Id="rId10" Type="http://schemas.openxmlformats.org/officeDocument/2006/relationships/image" Target="../media/image18.emf"/><Relationship Id="rId4" Type="http://schemas.openxmlformats.org/officeDocument/2006/relationships/image" Target="../media/image25.emf"/><Relationship Id="rId9" Type="http://schemas.openxmlformats.org/officeDocument/2006/relationships/image" Target="../media/image17.emf"/><Relationship Id="rId14" Type="http://schemas.openxmlformats.org/officeDocument/2006/relationships/image" Target="../media/image26.emf"/></Relationships>
</file>

<file path=ppt/slides/_rels/slide9.xml.rels><?xml version="1.0" encoding="UTF-8" standalone="yes"?>
<Relationships xmlns="http://schemas.openxmlformats.org/package/2006/relationships"><Relationship Id="rId8" Type="http://schemas.openxmlformats.org/officeDocument/2006/relationships/image" Target="../media/image25.emf"/><Relationship Id="rId13" Type="http://schemas.openxmlformats.org/officeDocument/2006/relationships/image" Target="../media/image17.emf"/><Relationship Id="rId18" Type="http://schemas.openxmlformats.org/officeDocument/2006/relationships/image" Target="../media/image26.emf"/><Relationship Id="rId3" Type="http://schemas.openxmlformats.org/officeDocument/2006/relationships/image" Target="../media/image29.emf"/><Relationship Id="rId21" Type="http://schemas.openxmlformats.org/officeDocument/2006/relationships/image" Target="../media/image34.emf"/><Relationship Id="rId7" Type="http://schemas.openxmlformats.org/officeDocument/2006/relationships/image" Target="../media/image33.emf"/><Relationship Id="rId12" Type="http://schemas.openxmlformats.org/officeDocument/2006/relationships/image" Target="../media/image21.emf"/><Relationship Id="rId17" Type="http://schemas.openxmlformats.org/officeDocument/2006/relationships/image" Target="../media/image23.emf"/><Relationship Id="rId2" Type="http://schemas.openxmlformats.org/officeDocument/2006/relationships/notesSlide" Target="../notesSlides/notesSlide9.xml"/><Relationship Id="rId16" Type="http://schemas.openxmlformats.org/officeDocument/2006/relationships/image" Target="../media/image22.emf"/><Relationship Id="rId20" Type="http://schemas.openxmlformats.org/officeDocument/2006/relationships/image" Target="../media/image24.emf"/><Relationship Id="rId1" Type="http://schemas.openxmlformats.org/officeDocument/2006/relationships/slideLayout" Target="../slideLayouts/slideLayout18.xml"/><Relationship Id="rId6" Type="http://schemas.openxmlformats.org/officeDocument/2006/relationships/image" Target="../media/image32.emf"/><Relationship Id="rId11" Type="http://schemas.openxmlformats.org/officeDocument/2006/relationships/image" Target="../media/image16.emf"/><Relationship Id="rId5" Type="http://schemas.openxmlformats.org/officeDocument/2006/relationships/image" Target="../media/image31.emf"/><Relationship Id="rId15" Type="http://schemas.openxmlformats.org/officeDocument/2006/relationships/image" Target="../media/image19.emf"/><Relationship Id="rId23" Type="http://schemas.openxmlformats.org/officeDocument/2006/relationships/image" Target="../media/image20.emf"/><Relationship Id="rId10" Type="http://schemas.openxmlformats.org/officeDocument/2006/relationships/image" Target="../media/image15.emf"/><Relationship Id="rId19" Type="http://schemas.openxmlformats.org/officeDocument/2006/relationships/image" Target="../media/image27.emf"/><Relationship Id="rId4" Type="http://schemas.openxmlformats.org/officeDocument/2006/relationships/image" Target="../media/image30.emf"/><Relationship Id="rId9" Type="http://schemas.openxmlformats.org/officeDocument/2006/relationships/image" Target="../media/image14.emf"/><Relationship Id="rId14" Type="http://schemas.openxmlformats.org/officeDocument/2006/relationships/image" Target="../media/image18.emf"/><Relationship Id="rId22" Type="http://schemas.openxmlformats.org/officeDocument/2006/relationships/image" Target="../media/image35.emf"/></Relationships>
</file>

<file path=ppt/slides/_rels/slide10.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321891" y="3437829"/>
            <a:ext cx="5649180" cy="984885"/>
          </a:xfrm>
        </p:spPr>
        <p:txBody>
          <a:bodyPr/>
          <a:lstStyle/>
          <a:p>
            <a:r>
              <a:rPr lang="en-US" sz="3200" dirty="0"/>
              <a:t>Vision Diagrams Series</a:t>
            </a:r>
            <a:br>
              <a:rPr lang="en-US" sz="3200" dirty="0"/>
            </a:br>
            <a:r>
              <a:rPr lang="en-US" sz="3200" dirty="0"/>
              <a:t>eDiscovery</a:t>
            </a:r>
          </a:p>
        </p:txBody>
      </p:sp>
      <p:sp>
        <p:nvSpPr>
          <p:cNvPr id="5" name="Text Placeholder 4"/>
          <p:cNvSpPr>
            <a:spLocks noGrp="1"/>
          </p:cNvSpPr>
          <p:nvPr>
            <p:ph type="body" sz="quarter" idx="12"/>
          </p:nvPr>
        </p:nvSpPr>
        <p:spPr>
          <a:xfrm>
            <a:off x="554245" y="5233179"/>
            <a:ext cx="7184036" cy="584775"/>
          </a:xfrm>
        </p:spPr>
        <p:txBody>
          <a:bodyPr/>
          <a:lstStyle/>
          <a:p>
            <a:r>
              <a:rPr lang="en-US" sz="1800" dirty="0"/>
              <a:t>Thierry Matusiak - Information Protection Architect</a:t>
            </a:r>
          </a:p>
          <a:p>
            <a:endParaRPr lang="en-US" sz="2000" dirty="0"/>
          </a:p>
        </p:txBody>
      </p:sp>
      <p:sp>
        <p:nvSpPr>
          <p:cNvPr id="2" name="AutoShape 2" descr="See the source image">
            <a:extLst>
              <a:ext uri="{FF2B5EF4-FFF2-40B4-BE49-F238E27FC236}">
                <a16:creationId xmlns:a16="http://schemas.microsoft.com/office/drawing/2014/main" id="{A283F92F-5AD3-43F4-903A-A395A7CF40C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UI"/>
              <a:ea typeface="+mn-ea"/>
              <a:cs typeface="+mn-cs"/>
            </a:endParaRPr>
          </a:p>
        </p:txBody>
      </p:sp>
      <p:pic>
        <p:nvPicPr>
          <p:cNvPr id="6" name="Picture 5">
            <a:extLst>
              <a:ext uri="{FF2B5EF4-FFF2-40B4-BE49-F238E27FC236}">
                <a16:creationId xmlns:a16="http://schemas.microsoft.com/office/drawing/2014/main" id="{E53188F3-8133-4324-A25A-6D8AB959A83C}"/>
              </a:ext>
            </a:extLst>
          </p:cNvPr>
          <p:cNvPicPr>
            <a:picLocks noChangeAspect="1"/>
          </p:cNvPicPr>
          <p:nvPr/>
        </p:nvPicPr>
        <p:blipFill>
          <a:blip r:embed="rId3"/>
          <a:stretch>
            <a:fillRect/>
          </a:stretch>
        </p:blipFill>
        <p:spPr>
          <a:xfrm>
            <a:off x="268185" y="3419348"/>
            <a:ext cx="1052139" cy="1041510"/>
          </a:xfrm>
          <a:prstGeom prst="rect">
            <a:avLst/>
          </a:prstGeom>
        </p:spPr>
      </p:pic>
      <p:sp>
        <p:nvSpPr>
          <p:cNvPr id="3" name="TextBox 2">
            <a:extLst>
              <a:ext uri="{FF2B5EF4-FFF2-40B4-BE49-F238E27FC236}">
                <a16:creationId xmlns:a16="http://schemas.microsoft.com/office/drawing/2014/main" id="{9F315926-4899-4262-A1FD-11E5F491E02E}"/>
              </a:ext>
            </a:extLst>
          </p:cNvPr>
          <p:cNvSpPr txBox="1"/>
          <p:nvPr/>
        </p:nvSpPr>
        <p:spPr>
          <a:xfrm>
            <a:off x="10674315" y="6632953"/>
            <a:ext cx="1410907" cy="153888"/>
          </a:xfrm>
          <a:prstGeom prst="rect">
            <a:avLst/>
          </a:prstGeom>
          <a:noFill/>
        </p:spPr>
        <p:txBody>
          <a:bodyPr wrap="square" lIns="0" tIns="0" rIns="0" bIns="0" rtlCol="0">
            <a:spAutoFit/>
          </a:bodyPr>
          <a:lstStyle/>
          <a:p>
            <a:pPr algn="l"/>
            <a:r>
              <a:rPr lang="en-US" sz="1000" dirty="0"/>
              <a:t>Version : 2023-10-10</a:t>
            </a:r>
          </a:p>
        </p:txBody>
      </p:sp>
    </p:spTree>
    <p:extLst>
      <p:ext uri="{BB962C8B-B14F-4D97-AF65-F5344CB8AC3E}">
        <p14:creationId xmlns:p14="http://schemas.microsoft.com/office/powerpoint/2010/main" val="26841882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E7E70F-AB78-4353-9122-54105D024685}"/>
              </a:ext>
            </a:extLst>
          </p:cNvPr>
          <p:cNvSpPr txBox="1"/>
          <p:nvPr/>
        </p:nvSpPr>
        <p:spPr>
          <a:xfrm>
            <a:off x="1492739" y="2598003"/>
            <a:ext cx="9808307" cy="1107996"/>
          </a:xfrm>
          <a:prstGeom prst="rect">
            <a:avLst/>
          </a:prstGeom>
          <a:noFill/>
        </p:spPr>
        <p:txBody>
          <a:bodyPr wrap="square" lIns="0" tIns="0" rIns="0" bIns="0" rtlCol="0">
            <a:spAutoFit/>
          </a:bodyPr>
          <a:lstStyle/>
          <a:p>
            <a:pPr algn="ctr"/>
            <a:r>
              <a:rPr lang="en-US" sz="3600" i="1" dirty="0"/>
              <a:t>eDiscovery identifies and collects M365 data </a:t>
            </a:r>
          </a:p>
          <a:p>
            <a:pPr algn="ctr"/>
            <a:r>
              <a:rPr lang="en-US" sz="3600" i="1" dirty="0"/>
              <a:t>related to an investigation </a:t>
            </a:r>
          </a:p>
        </p:txBody>
      </p:sp>
      <p:sp>
        <p:nvSpPr>
          <p:cNvPr id="2" name="TextBox 1">
            <a:extLst>
              <a:ext uri="{FF2B5EF4-FFF2-40B4-BE49-F238E27FC236}">
                <a16:creationId xmlns:a16="http://schemas.microsoft.com/office/drawing/2014/main" id="{8DFA78AE-6998-39C1-FAAC-7D5B4308267D}"/>
              </a:ext>
            </a:extLst>
          </p:cNvPr>
          <p:cNvSpPr txBox="1"/>
          <p:nvPr/>
        </p:nvSpPr>
        <p:spPr>
          <a:xfrm rot="16200000">
            <a:off x="-3228945" y="3228946"/>
            <a:ext cx="6858001" cy="400110"/>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mn-cs"/>
              </a:rPr>
              <a:t>eDiscovery – Definition</a:t>
            </a:r>
          </a:p>
        </p:txBody>
      </p:sp>
      <p:sp>
        <p:nvSpPr>
          <p:cNvPr id="4" name="TextBox 3">
            <a:extLst>
              <a:ext uri="{FF2B5EF4-FFF2-40B4-BE49-F238E27FC236}">
                <a16:creationId xmlns:a16="http://schemas.microsoft.com/office/drawing/2014/main" id="{2C3101D6-7D7A-1950-AFF5-7807985259DD}"/>
              </a:ext>
            </a:extLst>
          </p:cNvPr>
          <p:cNvSpPr txBox="1"/>
          <p:nvPr/>
        </p:nvSpPr>
        <p:spPr>
          <a:xfrm>
            <a:off x="1692435" y="6100575"/>
            <a:ext cx="9808307" cy="307777"/>
          </a:xfrm>
          <a:prstGeom prst="rect">
            <a:avLst/>
          </a:prstGeom>
          <a:noFill/>
        </p:spPr>
        <p:txBody>
          <a:bodyPr wrap="square" lIns="0" tIns="0" rIns="0" bIns="0" rtlCol="0">
            <a:spAutoFit/>
          </a:bodyPr>
          <a:lstStyle/>
          <a:p>
            <a:pPr algn="ctr"/>
            <a:r>
              <a:rPr lang="en-US" sz="2000" dirty="0"/>
              <a:t>Major packaging update in 2025</a:t>
            </a:r>
          </a:p>
        </p:txBody>
      </p:sp>
    </p:spTree>
    <p:extLst>
      <p:ext uri="{BB962C8B-B14F-4D97-AF65-F5344CB8AC3E}">
        <p14:creationId xmlns:p14="http://schemas.microsoft.com/office/powerpoint/2010/main" val="2612080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6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D4C5DCB-7C85-4189-350B-D4B740398854}"/>
              </a:ext>
            </a:extLst>
          </p:cNvPr>
          <p:cNvPicPr>
            <a:picLocks noChangeAspect="1"/>
          </p:cNvPicPr>
          <p:nvPr/>
        </p:nvPicPr>
        <p:blipFill>
          <a:blip r:embed="rId3"/>
          <a:stretch>
            <a:fillRect/>
          </a:stretch>
        </p:blipFill>
        <p:spPr>
          <a:xfrm>
            <a:off x="5200120" y="1152525"/>
            <a:ext cx="2790825" cy="4248150"/>
          </a:xfrm>
          <a:prstGeom prst="rect">
            <a:avLst/>
          </a:prstGeom>
        </p:spPr>
      </p:pic>
      <p:sp>
        <p:nvSpPr>
          <p:cNvPr id="2" name="TextBox 1">
            <a:extLst>
              <a:ext uri="{FF2B5EF4-FFF2-40B4-BE49-F238E27FC236}">
                <a16:creationId xmlns:a16="http://schemas.microsoft.com/office/drawing/2014/main" id="{8DFA78AE-6998-39C1-FAAC-7D5B4308267D}"/>
              </a:ext>
            </a:extLst>
          </p:cNvPr>
          <p:cNvSpPr txBox="1"/>
          <p:nvPr/>
        </p:nvSpPr>
        <p:spPr>
          <a:xfrm rot="16200000">
            <a:off x="-3228945" y="3228946"/>
            <a:ext cx="6858001" cy="400110"/>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mn-cs"/>
              </a:rPr>
              <a:t>Investigations in Purview</a:t>
            </a:r>
          </a:p>
        </p:txBody>
      </p:sp>
      <p:pic>
        <p:nvPicPr>
          <p:cNvPr id="7" name="Picture 6">
            <a:extLst>
              <a:ext uri="{FF2B5EF4-FFF2-40B4-BE49-F238E27FC236}">
                <a16:creationId xmlns:a16="http://schemas.microsoft.com/office/drawing/2014/main" id="{DB796219-EF13-B699-1080-AE0A3258B315}"/>
              </a:ext>
            </a:extLst>
          </p:cNvPr>
          <p:cNvPicPr>
            <a:picLocks noChangeAspect="1"/>
          </p:cNvPicPr>
          <p:nvPr/>
        </p:nvPicPr>
        <p:blipFill>
          <a:blip r:embed="rId4"/>
          <a:stretch>
            <a:fillRect/>
          </a:stretch>
        </p:blipFill>
        <p:spPr>
          <a:xfrm>
            <a:off x="7099035" y="3429000"/>
            <a:ext cx="1262063" cy="1638300"/>
          </a:xfrm>
          <a:prstGeom prst="rect">
            <a:avLst/>
          </a:prstGeom>
        </p:spPr>
      </p:pic>
    </p:spTree>
    <p:extLst>
      <p:ext uri="{BB962C8B-B14F-4D97-AF65-F5344CB8AC3E}">
        <p14:creationId xmlns:p14="http://schemas.microsoft.com/office/powerpoint/2010/main" val="2477885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1748DC6F-68AD-41FE-8096-EC76440CDEFB}"/>
              </a:ext>
            </a:extLst>
          </p:cNvPr>
          <p:cNvSpPr txBox="1"/>
          <p:nvPr/>
        </p:nvSpPr>
        <p:spPr>
          <a:xfrm flipH="1">
            <a:off x="966093" y="298824"/>
            <a:ext cx="10659017" cy="307777"/>
          </a:xfrm>
          <a:prstGeom prst="rect">
            <a:avLst/>
          </a:prstGeom>
          <a:noFill/>
        </p:spPr>
        <p:txBody>
          <a:bodyPr wrap="square" lIns="0" tIns="0" rIns="0" bIns="0" rtlCol="0">
            <a:spAutoFit/>
          </a:bodyPr>
          <a:lstStyle/>
          <a:p>
            <a:pPr algn="l"/>
            <a:r>
              <a:rPr lang="en-US" sz="2000" dirty="0"/>
              <a:t>2 flavors in M365 : Standard (ex-Core in E3) &amp; Premium (ex-Advanced in E5)</a:t>
            </a:r>
          </a:p>
        </p:txBody>
      </p:sp>
      <p:sp>
        <p:nvSpPr>
          <p:cNvPr id="2" name="TextBox 1">
            <a:extLst>
              <a:ext uri="{FF2B5EF4-FFF2-40B4-BE49-F238E27FC236}">
                <a16:creationId xmlns:a16="http://schemas.microsoft.com/office/drawing/2014/main" id="{3C9F6705-8B9E-B3E5-606E-1A472E724ED5}"/>
              </a:ext>
            </a:extLst>
          </p:cNvPr>
          <p:cNvSpPr txBox="1"/>
          <p:nvPr/>
        </p:nvSpPr>
        <p:spPr>
          <a:xfrm rot="16200000">
            <a:off x="-3228945" y="3228946"/>
            <a:ext cx="6858001" cy="400110"/>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mn-cs"/>
              </a:rPr>
              <a:t>eDiscovery – Context</a:t>
            </a:r>
          </a:p>
        </p:txBody>
      </p:sp>
      <p:pic>
        <p:nvPicPr>
          <p:cNvPr id="5" name="Picture 4">
            <a:extLst>
              <a:ext uri="{FF2B5EF4-FFF2-40B4-BE49-F238E27FC236}">
                <a16:creationId xmlns:a16="http://schemas.microsoft.com/office/drawing/2014/main" id="{C13D5841-951B-F0CE-24F7-F71D87DC35C1}"/>
              </a:ext>
            </a:extLst>
          </p:cNvPr>
          <p:cNvPicPr>
            <a:picLocks noChangeAspect="1"/>
          </p:cNvPicPr>
          <p:nvPr/>
        </p:nvPicPr>
        <p:blipFill>
          <a:blip r:embed="rId3"/>
          <a:stretch>
            <a:fillRect/>
          </a:stretch>
        </p:blipFill>
        <p:spPr>
          <a:xfrm>
            <a:off x="4164934" y="1326917"/>
            <a:ext cx="4043363" cy="919163"/>
          </a:xfrm>
          <a:prstGeom prst="rect">
            <a:avLst/>
          </a:prstGeom>
        </p:spPr>
      </p:pic>
      <p:pic>
        <p:nvPicPr>
          <p:cNvPr id="7" name="Picture 6">
            <a:extLst>
              <a:ext uri="{FF2B5EF4-FFF2-40B4-BE49-F238E27FC236}">
                <a16:creationId xmlns:a16="http://schemas.microsoft.com/office/drawing/2014/main" id="{DAE5CBFF-9A85-E9DE-96AA-5133C259246C}"/>
              </a:ext>
            </a:extLst>
          </p:cNvPr>
          <p:cNvPicPr>
            <a:picLocks noChangeAspect="1"/>
          </p:cNvPicPr>
          <p:nvPr/>
        </p:nvPicPr>
        <p:blipFill>
          <a:blip r:embed="rId4"/>
          <a:stretch>
            <a:fillRect/>
          </a:stretch>
        </p:blipFill>
        <p:spPr>
          <a:xfrm>
            <a:off x="1650206" y="3007518"/>
            <a:ext cx="8891588" cy="842963"/>
          </a:xfrm>
          <a:prstGeom prst="rect">
            <a:avLst/>
          </a:prstGeom>
        </p:spPr>
      </p:pic>
      <p:pic>
        <p:nvPicPr>
          <p:cNvPr id="11" name="Picture 10">
            <a:extLst>
              <a:ext uri="{FF2B5EF4-FFF2-40B4-BE49-F238E27FC236}">
                <a16:creationId xmlns:a16="http://schemas.microsoft.com/office/drawing/2014/main" id="{0A08B177-2A6E-7C51-7369-86B249FC4C31}"/>
              </a:ext>
            </a:extLst>
          </p:cNvPr>
          <p:cNvPicPr>
            <a:picLocks noChangeAspect="1"/>
          </p:cNvPicPr>
          <p:nvPr/>
        </p:nvPicPr>
        <p:blipFill>
          <a:blip r:embed="rId5"/>
          <a:stretch>
            <a:fillRect/>
          </a:stretch>
        </p:blipFill>
        <p:spPr>
          <a:xfrm>
            <a:off x="1650206" y="4804723"/>
            <a:ext cx="8891588" cy="762000"/>
          </a:xfrm>
          <a:prstGeom prst="rect">
            <a:avLst/>
          </a:prstGeom>
        </p:spPr>
      </p:pic>
    </p:spTree>
    <p:extLst>
      <p:ext uri="{BB962C8B-B14F-4D97-AF65-F5344CB8AC3E}">
        <p14:creationId xmlns:p14="http://schemas.microsoft.com/office/powerpoint/2010/main" val="239307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A1B048-275C-4D88-A122-EDE0C6B4505E}"/>
              </a:ext>
            </a:extLst>
          </p:cNvPr>
          <p:cNvSpPr txBox="1"/>
          <p:nvPr/>
        </p:nvSpPr>
        <p:spPr>
          <a:xfrm rot="16200000">
            <a:off x="-3228945" y="3228946"/>
            <a:ext cx="6858001" cy="400110"/>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mn-cs"/>
              </a:rPr>
              <a:t>eDiscovery – Summary</a:t>
            </a:r>
          </a:p>
        </p:txBody>
      </p:sp>
      <p:pic>
        <p:nvPicPr>
          <p:cNvPr id="8" name="Picture 7">
            <a:extLst>
              <a:ext uri="{FF2B5EF4-FFF2-40B4-BE49-F238E27FC236}">
                <a16:creationId xmlns:a16="http://schemas.microsoft.com/office/drawing/2014/main" id="{32535DD5-D095-BBCA-AF22-B984EA40C0FA}"/>
              </a:ext>
            </a:extLst>
          </p:cNvPr>
          <p:cNvPicPr>
            <a:picLocks noChangeAspect="1"/>
          </p:cNvPicPr>
          <p:nvPr/>
        </p:nvPicPr>
        <p:blipFill>
          <a:blip r:embed="rId3"/>
          <a:stretch>
            <a:fillRect/>
          </a:stretch>
        </p:blipFill>
        <p:spPr>
          <a:xfrm>
            <a:off x="982294" y="62229"/>
            <a:ext cx="4614863" cy="690563"/>
          </a:xfrm>
          <a:prstGeom prst="rect">
            <a:avLst/>
          </a:prstGeom>
        </p:spPr>
      </p:pic>
      <p:pic>
        <p:nvPicPr>
          <p:cNvPr id="9" name="Picture 8">
            <a:extLst>
              <a:ext uri="{FF2B5EF4-FFF2-40B4-BE49-F238E27FC236}">
                <a16:creationId xmlns:a16="http://schemas.microsoft.com/office/drawing/2014/main" id="{E74D3E09-E478-D0C9-3F2D-1EA7AA445B62}"/>
              </a:ext>
            </a:extLst>
          </p:cNvPr>
          <p:cNvPicPr>
            <a:picLocks noChangeAspect="1"/>
          </p:cNvPicPr>
          <p:nvPr/>
        </p:nvPicPr>
        <p:blipFill>
          <a:blip r:embed="rId4"/>
          <a:stretch>
            <a:fillRect/>
          </a:stretch>
        </p:blipFill>
        <p:spPr>
          <a:xfrm>
            <a:off x="1447024" y="752792"/>
            <a:ext cx="2224088" cy="938213"/>
          </a:xfrm>
          <a:prstGeom prst="rect">
            <a:avLst/>
          </a:prstGeom>
        </p:spPr>
      </p:pic>
      <p:pic>
        <p:nvPicPr>
          <p:cNvPr id="10" name="Picture 9">
            <a:extLst>
              <a:ext uri="{FF2B5EF4-FFF2-40B4-BE49-F238E27FC236}">
                <a16:creationId xmlns:a16="http://schemas.microsoft.com/office/drawing/2014/main" id="{5446A2A6-7584-B4DD-C639-1AF7AE217947}"/>
              </a:ext>
            </a:extLst>
          </p:cNvPr>
          <p:cNvPicPr>
            <a:picLocks noChangeAspect="1"/>
          </p:cNvPicPr>
          <p:nvPr/>
        </p:nvPicPr>
        <p:blipFill>
          <a:blip r:embed="rId5"/>
          <a:stretch>
            <a:fillRect/>
          </a:stretch>
        </p:blipFill>
        <p:spPr>
          <a:xfrm>
            <a:off x="1915937" y="1640245"/>
            <a:ext cx="1819275" cy="1366838"/>
          </a:xfrm>
          <a:prstGeom prst="rect">
            <a:avLst/>
          </a:prstGeom>
        </p:spPr>
      </p:pic>
      <p:pic>
        <p:nvPicPr>
          <p:cNvPr id="12" name="Picture 11">
            <a:extLst>
              <a:ext uri="{FF2B5EF4-FFF2-40B4-BE49-F238E27FC236}">
                <a16:creationId xmlns:a16="http://schemas.microsoft.com/office/drawing/2014/main" id="{84AE6CE8-930D-65B2-425B-3A18B6A44439}"/>
              </a:ext>
            </a:extLst>
          </p:cNvPr>
          <p:cNvPicPr>
            <a:picLocks noChangeAspect="1"/>
          </p:cNvPicPr>
          <p:nvPr/>
        </p:nvPicPr>
        <p:blipFill>
          <a:blip r:embed="rId6"/>
          <a:stretch>
            <a:fillRect/>
          </a:stretch>
        </p:blipFill>
        <p:spPr>
          <a:xfrm>
            <a:off x="3491810" y="2464321"/>
            <a:ext cx="2819400" cy="823913"/>
          </a:xfrm>
          <a:prstGeom prst="rect">
            <a:avLst/>
          </a:prstGeom>
        </p:spPr>
      </p:pic>
      <p:pic>
        <p:nvPicPr>
          <p:cNvPr id="14" name="Picture 13">
            <a:extLst>
              <a:ext uri="{FF2B5EF4-FFF2-40B4-BE49-F238E27FC236}">
                <a16:creationId xmlns:a16="http://schemas.microsoft.com/office/drawing/2014/main" id="{2C502A1E-D92C-CA72-9622-AA5606C7E74E}"/>
              </a:ext>
            </a:extLst>
          </p:cNvPr>
          <p:cNvPicPr>
            <a:picLocks noChangeAspect="1"/>
          </p:cNvPicPr>
          <p:nvPr/>
        </p:nvPicPr>
        <p:blipFill>
          <a:blip r:embed="rId7"/>
          <a:stretch>
            <a:fillRect/>
          </a:stretch>
        </p:blipFill>
        <p:spPr>
          <a:xfrm>
            <a:off x="6214351" y="2477450"/>
            <a:ext cx="3328988" cy="933450"/>
          </a:xfrm>
          <a:prstGeom prst="rect">
            <a:avLst/>
          </a:prstGeom>
        </p:spPr>
      </p:pic>
      <p:pic>
        <p:nvPicPr>
          <p:cNvPr id="15" name="Picture 14">
            <a:extLst>
              <a:ext uri="{FF2B5EF4-FFF2-40B4-BE49-F238E27FC236}">
                <a16:creationId xmlns:a16="http://schemas.microsoft.com/office/drawing/2014/main" id="{F76C0EEE-7370-0A2A-B04C-FAC5C8DE2303}"/>
              </a:ext>
            </a:extLst>
          </p:cNvPr>
          <p:cNvPicPr>
            <a:picLocks noChangeAspect="1"/>
          </p:cNvPicPr>
          <p:nvPr/>
        </p:nvPicPr>
        <p:blipFill>
          <a:blip r:embed="rId8"/>
          <a:stretch>
            <a:fillRect/>
          </a:stretch>
        </p:blipFill>
        <p:spPr>
          <a:xfrm>
            <a:off x="8925308" y="2493926"/>
            <a:ext cx="2809875" cy="719138"/>
          </a:xfrm>
          <a:prstGeom prst="rect">
            <a:avLst/>
          </a:prstGeom>
        </p:spPr>
      </p:pic>
    </p:spTree>
    <p:extLst>
      <p:ext uri="{BB962C8B-B14F-4D97-AF65-F5344CB8AC3E}">
        <p14:creationId xmlns:p14="http://schemas.microsoft.com/office/powerpoint/2010/main" val="1339902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A1B048-275C-4D88-A122-EDE0C6B4505E}"/>
              </a:ext>
            </a:extLst>
          </p:cNvPr>
          <p:cNvSpPr txBox="1"/>
          <p:nvPr/>
        </p:nvSpPr>
        <p:spPr>
          <a:xfrm rot="16200000">
            <a:off x="-3228945" y="3228946"/>
            <a:ext cx="6858001" cy="400110"/>
          </a:xfrm>
          <a:prstGeom prst="rect">
            <a:avLst/>
          </a:prstGeom>
          <a:solidFill>
            <a:schemeClr val="accent1">
              <a:lumMod val="75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mn-cs"/>
              </a:rPr>
              <a:t>eDiscovery – More Details</a:t>
            </a:r>
          </a:p>
        </p:txBody>
      </p:sp>
      <p:pic>
        <p:nvPicPr>
          <p:cNvPr id="3" name="Picture 2">
            <a:extLst>
              <a:ext uri="{FF2B5EF4-FFF2-40B4-BE49-F238E27FC236}">
                <a16:creationId xmlns:a16="http://schemas.microsoft.com/office/drawing/2014/main" id="{647E1537-709D-EF8B-CAE7-C7163BFE7B3E}"/>
              </a:ext>
            </a:extLst>
          </p:cNvPr>
          <p:cNvPicPr>
            <a:picLocks noChangeAspect="1"/>
          </p:cNvPicPr>
          <p:nvPr/>
        </p:nvPicPr>
        <p:blipFill>
          <a:blip r:embed="rId3"/>
          <a:stretch>
            <a:fillRect/>
          </a:stretch>
        </p:blipFill>
        <p:spPr>
          <a:xfrm>
            <a:off x="5691104" y="2821937"/>
            <a:ext cx="2752725" cy="2581275"/>
          </a:xfrm>
          <a:prstGeom prst="rect">
            <a:avLst/>
          </a:prstGeom>
        </p:spPr>
      </p:pic>
      <p:pic>
        <p:nvPicPr>
          <p:cNvPr id="8" name="Picture 7">
            <a:extLst>
              <a:ext uri="{FF2B5EF4-FFF2-40B4-BE49-F238E27FC236}">
                <a16:creationId xmlns:a16="http://schemas.microsoft.com/office/drawing/2014/main" id="{32535DD5-D095-BBCA-AF22-B984EA40C0FA}"/>
              </a:ext>
            </a:extLst>
          </p:cNvPr>
          <p:cNvPicPr>
            <a:picLocks noChangeAspect="1"/>
          </p:cNvPicPr>
          <p:nvPr/>
        </p:nvPicPr>
        <p:blipFill>
          <a:blip r:embed="rId4"/>
          <a:stretch>
            <a:fillRect/>
          </a:stretch>
        </p:blipFill>
        <p:spPr>
          <a:xfrm>
            <a:off x="982294" y="62229"/>
            <a:ext cx="4614863" cy="690563"/>
          </a:xfrm>
          <a:prstGeom prst="rect">
            <a:avLst/>
          </a:prstGeom>
        </p:spPr>
      </p:pic>
      <p:pic>
        <p:nvPicPr>
          <p:cNvPr id="9" name="Picture 8">
            <a:extLst>
              <a:ext uri="{FF2B5EF4-FFF2-40B4-BE49-F238E27FC236}">
                <a16:creationId xmlns:a16="http://schemas.microsoft.com/office/drawing/2014/main" id="{E74D3E09-E478-D0C9-3F2D-1EA7AA445B62}"/>
              </a:ext>
            </a:extLst>
          </p:cNvPr>
          <p:cNvPicPr>
            <a:picLocks noChangeAspect="1"/>
          </p:cNvPicPr>
          <p:nvPr/>
        </p:nvPicPr>
        <p:blipFill>
          <a:blip r:embed="rId5"/>
          <a:stretch>
            <a:fillRect/>
          </a:stretch>
        </p:blipFill>
        <p:spPr>
          <a:xfrm>
            <a:off x="1447024" y="752792"/>
            <a:ext cx="2224088" cy="938213"/>
          </a:xfrm>
          <a:prstGeom prst="rect">
            <a:avLst/>
          </a:prstGeom>
        </p:spPr>
      </p:pic>
      <p:pic>
        <p:nvPicPr>
          <p:cNvPr id="10" name="Picture 9">
            <a:extLst>
              <a:ext uri="{FF2B5EF4-FFF2-40B4-BE49-F238E27FC236}">
                <a16:creationId xmlns:a16="http://schemas.microsoft.com/office/drawing/2014/main" id="{5446A2A6-7584-B4DD-C639-1AF7AE217947}"/>
              </a:ext>
            </a:extLst>
          </p:cNvPr>
          <p:cNvPicPr>
            <a:picLocks noChangeAspect="1"/>
          </p:cNvPicPr>
          <p:nvPr/>
        </p:nvPicPr>
        <p:blipFill>
          <a:blip r:embed="rId6"/>
          <a:stretch>
            <a:fillRect/>
          </a:stretch>
        </p:blipFill>
        <p:spPr>
          <a:xfrm>
            <a:off x="1915937" y="1640245"/>
            <a:ext cx="1819275" cy="1366838"/>
          </a:xfrm>
          <a:prstGeom prst="rect">
            <a:avLst/>
          </a:prstGeom>
        </p:spPr>
      </p:pic>
      <p:pic>
        <p:nvPicPr>
          <p:cNvPr id="11" name="Picture 10">
            <a:extLst>
              <a:ext uri="{FF2B5EF4-FFF2-40B4-BE49-F238E27FC236}">
                <a16:creationId xmlns:a16="http://schemas.microsoft.com/office/drawing/2014/main" id="{3D4DC606-0305-AC21-5EBA-E3D4211551B3}"/>
              </a:ext>
            </a:extLst>
          </p:cNvPr>
          <p:cNvPicPr>
            <a:picLocks noChangeAspect="1"/>
          </p:cNvPicPr>
          <p:nvPr/>
        </p:nvPicPr>
        <p:blipFill>
          <a:blip r:embed="rId7"/>
          <a:stretch>
            <a:fillRect/>
          </a:stretch>
        </p:blipFill>
        <p:spPr>
          <a:xfrm>
            <a:off x="2980163" y="2828716"/>
            <a:ext cx="2009775" cy="704850"/>
          </a:xfrm>
          <a:prstGeom prst="rect">
            <a:avLst/>
          </a:prstGeom>
        </p:spPr>
      </p:pic>
      <p:pic>
        <p:nvPicPr>
          <p:cNvPr id="12" name="Picture 11">
            <a:extLst>
              <a:ext uri="{FF2B5EF4-FFF2-40B4-BE49-F238E27FC236}">
                <a16:creationId xmlns:a16="http://schemas.microsoft.com/office/drawing/2014/main" id="{84AE6CE8-930D-65B2-425B-3A18B6A44439}"/>
              </a:ext>
            </a:extLst>
          </p:cNvPr>
          <p:cNvPicPr>
            <a:picLocks noChangeAspect="1"/>
          </p:cNvPicPr>
          <p:nvPr/>
        </p:nvPicPr>
        <p:blipFill>
          <a:blip r:embed="rId8"/>
          <a:stretch>
            <a:fillRect/>
          </a:stretch>
        </p:blipFill>
        <p:spPr>
          <a:xfrm>
            <a:off x="3491810" y="2464321"/>
            <a:ext cx="2819400" cy="823913"/>
          </a:xfrm>
          <a:prstGeom prst="rect">
            <a:avLst/>
          </a:prstGeom>
        </p:spPr>
      </p:pic>
      <p:pic>
        <p:nvPicPr>
          <p:cNvPr id="14" name="Picture 13">
            <a:extLst>
              <a:ext uri="{FF2B5EF4-FFF2-40B4-BE49-F238E27FC236}">
                <a16:creationId xmlns:a16="http://schemas.microsoft.com/office/drawing/2014/main" id="{2C502A1E-D92C-CA72-9622-AA5606C7E74E}"/>
              </a:ext>
            </a:extLst>
          </p:cNvPr>
          <p:cNvPicPr>
            <a:picLocks noChangeAspect="1"/>
          </p:cNvPicPr>
          <p:nvPr/>
        </p:nvPicPr>
        <p:blipFill>
          <a:blip r:embed="rId9"/>
          <a:stretch>
            <a:fillRect/>
          </a:stretch>
        </p:blipFill>
        <p:spPr>
          <a:xfrm>
            <a:off x="6214351" y="2477450"/>
            <a:ext cx="3328988" cy="933450"/>
          </a:xfrm>
          <a:prstGeom prst="rect">
            <a:avLst/>
          </a:prstGeom>
        </p:spPr>
      </p:pic>
      <p:pic>
        <p:nvPicPr>
          <p:cNvPr id="15" name="Picture 14">
            <a:extLst>
              <a:ext uri="{FF2B5EF4-FFF2-40B4-BE49-F238E27FC236}">
                <a16:creationId xmlns:a16="http://schemas.microsoft.com/office/drawing/2014/main" id="{F76C0EEE-7370-0A2A-B04C-FAC5C8DE2303}"/>
              </a:ext>
            </a:extLst>
          </p:cNvPr>
          <p:cNvPicPr>
            <a:picLocks noChangeAspect="1"/>
          </p:cNvPicPr>
          <p:nvPr/>
        </p:nvPicPr>
        <p:blipFill>
          <a:blip r:embed="rId10"/>
          <a:stretch>
            <a:fillRect/>
          </a:stretch>
        </p:blipFill>
        <p:spPr>
          <a:xfrm>
            <a:off x="8925308" y="2493926"/>
            <a:ext cx="2809875" cy="719138"/>
          </a:xfrm>
          <a:prstGeom prst="rect">
            <a:avLst/>
          </a:prstGeom>
        </p:spPr>
      </p:pic>
      <p:pic>
        <p:nvPicPr>
          <p:cNvPr id="17" name="Picture 16">
            <a:extLst>
              <a:ext uri="{FF2B5EF4-FFF2-40B4-BE49-F238E27FC236}">
                <a16:creationId xmlns:a16="http://schemas.microsoft.com/office/drawing/2014/main" id="{5CD8E8C5-0071-CEB7-6FF7-0ADD0EDFD725}"/>
              </a:ext>
            </a:extLst>
          </p:cNvPr>
          <p:cNvPicPr>
            <a:picLocks noChangeAspect="1"/>
          </p:cNvPicPr>
          <p:nvPr/>
        </p:nvPicPr>
        <p:blipFill>
          <a:blip r:embed="rId11"/>
          <a:stretch>
            <a:fillRect/>
          </a:stretch>
        </p:blipFill>
        <p:spPr>
          <a:xfrm>
            <a:off x="3126738" y="1935620"/>
            <a:ext cx="5186363" cy="566738"/>
          </a:xfrm>
          <a:prstGeom prst="rect">
            <a:avLst/>
          </a:prstGeom>
        </p:spPr>
      </p:pic>
      <p:pic>
        <p:nvPicPr>
          <p:cNvPr id="18" name="Picture 17">
            <a:extLst>
              <a:ext uri="{FF2B5EF4-FFF2-40B4-BE49-F238E27FC236}">
                <a16:creationId xmlns:a16="http://schemas.microsoft.com/office/drawing/2014/main" id="{84D293FF-E303-FEEB-1AC9-F9AC9CDB8892}"/>
              </a:ext>
            </a:extLst>
          </p:cNvPr>
          <p:cNvPicPr>
            <a:picLocks noChangeAspect="1"/>
          </p:cNvPicPr>
          <p:nvPr/>
        </p:nvPicPr>
        <p:blipFill>
          <a:blip r:embed="rId12"/>
          <a:stretch>
            <a:fillRect/>
          </a:stretch>
        </p:blipFill>
        <p:spPr>
          <a:xfrm>
            <a:off x="8421394" y="2843317"/>
            <a:ext cx="1671638" cy="1700213"/>
          </a:xfrm>
          <a:prstGeom prst="rect">
            <a:avLst/>
          </a:prstGeom>
        </p:spPr>
      </p:pic>
      <p:pic>
        <p:nvPicPr>
          <p:cNvPr id="22" name="Picture 21">
            <a:extLst>
              <a:ext uri="{FF2B5EF4-FFF2-40B4-BE49-F238E27FC236}">
                <a16:creationId xmlns:a16="http://schemas.microsoft.com/office/drawing/2014/main" id="{7C0A664E-A8E5-3F4E-3C09-CB55B4234A58}"/>
              </a:ext>
            </a:extLst>
          </p:cNvPr>
          <p:cNvPicPr>
            <a:picLocks noChangeAspect="1"/>
          </p:cNvPicPr>
          <p:nvPr/>
        </p:nvPicPr>
        <p:blipFill>
          <a:blip r:embed="rId13"/>
          <a:stretch>
            <a:fillRect/>
          </a:stretch>
        </p:blipFill>
        <p:spPr>
          <a:xfrm>
            <a:off x="2337366" y="3866421"/>
            <a:ext cx="2438400" cy="2805113"/>
          </a:xfrm>
          <a:prstGeom prst="rect">
            <a:avLst/>
          </a:prstGeom>
        </p:spPr>
      </p:pic>
    </p:spTree>
    <p:extLst>
      <p:ext uri="{BB962C8B-B14F-4D97-AF65-F5344CB8AC3E}">
        <p14:creationId xmlns:p14="http://schemas.microsoft.com/office/powerpoint/2010/main" val="1035190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right)">
                                      <p:cBhvr>
                                        <p:cTn id="7" dur="20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up)">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up)">
                                      <p:cBhvr>
                                        <p:cTn id="2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A1B048-275C-4D88-A122-EDE0C6B4505E}"/>
              </a:ext>
            </a:extLst>
          </p:cNvPr>
          <p:cNvSpPr txBox="1"/>
          <p:nvPr/>
        </p:nvSpPr>
        <p:spPr>
          <a:xfrm rot="16200000">
            <a:off x="-3228945" y="3228948"/>
            <a:ext cx="6858001" cy="400110"/>
          </a:xfrm>
          <a:prstGeom prst="rect">
            <a:avLst/>
          </a:prstGeom>
          <a:solidFill>
            <a:schemeClr val="accent1">
              <a:lumMod val="5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mn-cs"/>
              </a:rPr>
              <a:t>eDiscovery – Even More Details</a:t>
            </a:r>
          </a:p>
        </p:txBody>
      </p:sp>
      <p:pic>
        <p:nvPicPr>
          <p:cNvPr id="8" name="Picture 7">
            <a:extLst>
              <a:ext uri="{FF2B5EF4-FFF2-40B4-BE49-F238E27FC236}">
                <a16:creationId xmlns:a16="http://schemas.microsoft.com/office/drawing/2014/main" id="{FEA25B9F-B1FC-4F9B-00E7-5F008CD793F7}"/>
              </a:ext>
            </a:extLst>
          </p:cNvPr>
          <p:cNvPicPr>
            <a:picLocks noChangeAspect="1"/>
          </p:cNvPicPr>
          <p:nvPr/>
        </p:nvPicPr>
        <p:blipFill>
          <a:blip r:embed="rId3"/>
          <a:stretch>
            <a:fillRect/>
          </a:stretch>
        </p:blipFill>
        <p:spPr>
          <a:xfrm>
            <a:off x="5691104" y="2821937"/>
            <a:ext cx="2752725" cy="2581275"/>
          </a:xfrm>
          <a:prstGeom prst="rect">
            <a:avLst/>
          </a:prstGeom>
        </p:spPr>
      </p:pic>
      <p:pic>
        <p:nvPicPr>
          <p:cNvPr id="11" name="Picture 10">
            <a:extLst>
              <a:ext uri="{FF2B5EF4-FFF2-40B4-BE49-F238E27FC236}">
                <a16:creationId xmlns:a16="http://schemas.microsoft.com/office/drawing/2014/main" id="{0905D6F3-A39D-D547-45D2-78A0CD49073D}"/>
              </a:ext>
            </a:extLst>
          </p:cNvPr>
          <p:cNvPicPr>
            <a:picLocks noChangeAspect="1"/>
          </p:cNvPicPr>
          <p:nvPr/>
        </p:nvPicPr>
        <p:blipFill>
          <a:blip r:embed="rId4"/>
          <a:stretch>
            <a:fillRect/>
          </a:stretch>
        </p:blipFill>
        <p:spPr>
          <a:xfrm>
            <a:off x="2892250" y="554007"/>
            <a:ext cx="2371725" cy="695325"/>
          </a:xfrm>
          <a:prstGeom prst="rect">
            <a:avLst/>
          </a:prstGeom>
        </p:spPr>
      </p:pic>
      <p:pic>
        <p:nvPicPr>
          <p:cNvPr id="12" name="Picture 11">
            <a:extLst>
              <a:ext uri="{FF2B5EF4-FFF2-40B4-BE49-F238E27FC236}">
                <a16:creationId xmlns:a16="http://schemas.microsoft.com/office/drawing/2014/main" id="{4670B243-0480-2FF8-895B-2761735CBF0D}"/>
              </a:ext>
            </a:extLst>
          </p:cNvPr>
          <p:cNvPicPr>
            <a:picLocks noChangeAspect="1"/>
          </p:cNvPicPr>
          <p:nvPr/>
        </p:nvPicPr>
        <p:blipFill>
          <a:blip r:embed="rId5"/>
          <a:stretch>
            <a:fillRect/>
          </a:stretch>
        </p:blipFill>
        <p:spPr>
          <a:xfrm>
            <a:off x="982294" y="62229"/>
            <a:ext cx="4614863" cy="690563"/>
          </a:xfrm>
          <a:prstGeom prst="rect">
            <a:avLst/>
          </a:prstGeom>
        </p:spPr>
      </p:pic>
      <p:pic>
        <p:nvPicPr>
          <p:cNvPr id="15" name="Picture 14">
            <a:extLst>
              <a:ext uri="{FF2B5EF4-FFF2-40B4-BE49-F238E27FC236}">
                <a16:creationId xmlns:a16="http://schemas.microsoft.com/office/drawing/2014/main" id="{913D236F-63A8-C67E-F7DF-470AA2F6F6B8}"/>
              </a:ext>
            </a:extLst>
          </p:cNvPr>
          <p:cNvPicPr>
            <a:picLocks noChangeAspect="1"/>
          </p:cNvPicPr>
          <p:nvPr/>
        </p:nvPicPr>
        <p:blipFill>
          <a:blip r:embed="rId6"/>
          <a:stretch>
            <a:fillRect/>
          </a:stretch>
        </p:blipFill>
        <p:spPr>
          <a:xfrm>
            <a:off x="1447024" y="752792"/>
            <a:ext cx="2224088" cy="938213"/>
          </a:xfrm>
          <a:prstGeom prst="rect">
            <a:avLst/>
          </a:prstGeom>
        </p:spPr>
      </p:pic>
      <p:pic>
        <p:nvPicPr>
          <p:cNvPr id="16" name="Picture 15">
            <a:extLst>
              <a:ext uri="{FF2B5EF4-FFF2-40B4-BE49-F238E27FC236}">
                <a16:creationId xmlns:a16="http://schemas.microsoft.com/office/drawing/2014/main" id="{F0DE52E4-E453-8461-E373-663AA7F878E9}"/>
              </a:ext>
            </a:extLst>
          </p:cNvPr>
          <p:cNvPicPr>
            <a:picLocks noChangeAspect="1"/>
          </p:cNvPicPr>
          <p:nvPr/>
        </p:nvPicPr>
        <p:blipFill>
          <a:blip r:embed="rId7"/>
          <a:stretch>
            <a:fillRect/>
          </a:stretch>
        </p:blipFill>
        <p:spPr>
          <a:xfrm>
            <a:off x="1915937" y="1640245"/>
            <a:ext cx="1819275" cy="1366838"/>
          </a:xfrm>
          <a:prstGeom prst="rect">
            <a:avLst/>
          </a:prstGeom>
        </p:spPr>
      </p:pic>
      <p:pic>
        <p:nvPicPr>
          <p:cNvPr id="18" name="Picture 17">
            <a:extLst>
              <a:ext uri="{FF2B5EF4-FFF2-40B4-BE49-F238E27FC236}">
                <a16:creationId xmlns:a16="http://schemas.microsoft.com/office/drawing/2014/main" id="{22CAEDE1-8B2A-B9CE-E024-CC7DEDE697F4}"/>
              </a:ext>
            </a:extLst>
          </p:cNvPr>
          <p:cNvPicPr>
            <a:picLocks noChangeAspect="1"/>
          </p:cNvPicPr>
          <p:nvPr/>
        </p:nvPicPr>
        <p:blipFill>
          <a:blip r:embed="rId8"/>
          <a:stretch>
            <a:fillRect/>
          </a:stretch>
        </p:blipFill>
        <p:spPr>
          <a:xfrm>
            <a:off x="2980163" y="2828716"/>
            <a:ext cx="2009775" cy="704850"/>
          </a:xfrm>
          <a:prstGeom prst="rect">
            <a:avLst/>
          </a:prstGeom>
        </p:spPr>
      </p:pic>
      <p:pic>
        <p:nvPicPr>
          <p:cNvPr id="20" name="Picture 19">
            <a:extLst>
              <a:ext uri="{FF2B5EF4-FFF2-40B4-BE49-F238E27FC236}">
                <a16:creationId xmlns:a16="http://schemas.microsoft.com/office/drawing/2014/main" id="{A30F5183-8D11-5C72-D82C-693DE2252037}"/>
              </a:ext>
            </a:extLst>
          </p:cNvPr>
          <p:cNvPicPr>
            <a:picLocks noChangeAspect="1"/>
          </p:cNvPicPr>
          <p:nvPr/>
        </p:nvPicPr>
        <p:blipFill>
          <a:blip r:embed="rId9"/>
          <a:stretch>
            <a:fillRect/>
          </a:stretch>
        </p:blipFill>
        <p:spPr>
          <a:xfrm>
            <a:off x="3491810" y="2464321"/>
            <a:ext cx="2819400" cy="823913"/>
          </a:xfrm>
          <a:prstGeom prst="rect">
            <a:avLst/>
          </a:prstGeom>
        </p:spPr>
      </p:pic>
      <p:pic>
        <p:nvPicPr>
          <p:cNvPr id="22" name="Picture 21">
            <a:extLst>
              <a:ext uri="{FF2B5EF4-FFF2-40B4-BE49-F238E27FC236}">
                <a16:creationId xmlns:a16="http://schemas.microsoft.com/office/drawing/2014/main" id="{7AF41946-5083-72DF-C7CD-54E964515349}"/>
              </a:ext>
            </a:extLst>
          </p:cNvPr>
          <p:cNvPicPr>
            <a:picLocks noChangeAspect="1"/>
          </p:cNvPicPr>
          <p:nvPr/>
        </p:nvPicPr>
        <p:blipFill>
          <a:blip r:embed="rId10"/>
          <a:stretch>
            <a:fillRect/>
          </a:stretch>
        </p:blipFill>
        <p:spPr>
          <a:xfrm>
            <a:off x="6214351" y="2477450"/>
            <a:ext cx="3328988" cy="933450"/>
          </a:xfrm>
          <a:prstGeom prst="rect">
            <a:avLst/>
          </a:prstGeom>
        </p:spPr>
      </p:pic>
      <p:pic>
        <p:nvPicPr>
          <p:cNvPr id="23" name="Picture 22">
            <a:extLst>
              <a:ext uri="{FF2B5EF4-FFF2-40B4-BE49-F238E27FC236}">
                <a16:creationId xmlns:a16="http://schemas.microsoft.com/office/drawing/2014/main" id="{7BB7D9F5-C685-759B-EA0A-55B9BCF12375}"/>
              </a:ext>
            </a:extLst>
          </p:cNvPr>
          <p:cNvPicPr>
            <a:picLocks noChangeAspect="1"/>
          </p:cNvPicPr>
          <p:nvPr/>
        </p:nvPicPr>
        <p:blipFill>
          <a:blip r:embed="rId11"/>
          <a:stretch>
            <a:fillRect/>
          </a:stretch>
        </p:blipFill>
        <p:spPr>
          <a:xfrm>
            <a:off x="8925308" y="2493926"/>
            <a:ext cx="2809875" cy="719138"/>
          </a:xfrm>
          <a:prstGeom prst="rect">
            <a:avLst/>
          </a:prstGeom>
        </p:spPr>
      </p:pic>
      <p:pic>
        <p:nvPicPr>
          <p:cNvPr id="24" name="Picture 23">
            <a:extLst>
              <a:ext uri="{FF2B5EF4-FFF2-40B4-BE49-F238E27FC236}">
                <a16:creationId xmlns:a16="http://schemas.microsoft.com/office/drawing/2014/main" id="{B2A1070C-8853-EF1F-62CD-34B93E1B3FB6}"/>
              </a:ext>
            </a:extLst>
          </p:cNvPr>
          <p:cNvPicPr>
            <a:picLocks noChangeAspect="1"/>
          </p:cNvPicPr>
          <p:nvPr/>
        </p:nvPicPr>
        <p:blipFill>
          <a:blip r:embed="rId12"/>
          <a:stretch>
            <a:fillRect/>
          </a:stretch>
        </p:blipFill>
        <p:spPr>
          <a:xfrm>
            <a:off x="3126738" y="1935620"/>
            <a:ext cx="5186363" cy="566738"/>
          </a:xfrm>
          <a:prstGeom prst="rect">
            <a:avLst/>
          </a:prstGeom>
        </p:spPr>
      </p:pic>
      <p:pic>
        <p:nvPicPr>
          <p:cNvPr id="25" name="Picture 24">
            <a:extLst>
              <a:ext uri="{FF2B5EF4-FFF2-40B4-BE49-F238E27FC236}">
                <a16:creationId xmlns:a16="http://schemas.microsoft.com/office/drawing/2014/main" id="{6D258312-B01F-F6AA-9198-6952EB6A101F}"/>
              </a:ext>
            </a:extLst>
          </p:cNvPr>
          <p:cNvPicPr>
            <a:picLocks noChangeAspect="1"/>
          </p:cNvPicPr>
          <p:nvPr/>
        </p:nvPicPr>
        <p:blipFill>
          <a:blip r:embed="rId13"/>
          <a:stretch>
            <a:fillRect/>
          </a:stretch>
        </p:blipFill>
        <p:spPr>
          <a:xfrm>
            <a:off x="8421394" y="2843317"/>
            <a:ext cx="1671638" cy="1700213"/>
          </a:xfrm>
          <a:prstGeom prst="rect">
            <a:avLst/>
          </a:prstGeom>
        </p:spPr>
      </p:pic>
      <p:pic>
        <p:nvPicPr>
          <p:cNvPr id="26" name="Picture 25">
            <a:extLst>
              <a:ext uri="{FF2B5EF4-FFF2-40B4-BE49-F238E27FC236}">
                <a16:creationId xmlns:a16="http://schemas.microsoft.com/office/drawing/2014/main" id="{672F414A-B4FC-CFD4-E82E-73EF5E3A80D6}"/>
              </a:ext>
            </a:extLst>
          </p:cNvPr>
          <p:cNvPicPr>
            <a:picLocks noChangeAspect="1"/>
          </p:cNvPicPr>
          <p:nvPr/>
        </p:nvPicPr>
        <p:blipFill>
          <a:blip r:embed="rId14"/>
          <a:stretch>
            <a:fillRect/>
          </a:stretch>
        </p:blipFill>
        <p:spPr>
          <a:xfrm>
            <a:off x="6406844" y="6207842"/>
            <a:ext cx="5553075" cy="538163"/>
          </a:xfrm>
          <a:prstGeom prst="rect">
            <a:avLst/>
          </a:prstGeom>
        </p:spPr>
      </p:pic>
      <p:pic>
        <p:nvPicPr>
          <p:cNvPr id="27" name="Picture 26">
            <a:extLst>
              <a:ext uri="{FF2B5EF4-FFF2-40B4-BE49-F238E27FC236}">
                <a16:creationId xmlns:a16="http://schemas.microsoft.com/office/drawing/2014/main" id="{348C4EEE-B7D8-1FC2-D3C8-2551F68A1722}"/>
              </a:ext>
            </a:extLst>
          </p:cNvPr>
          <p:cNvPicPr>
            <a:picLocks noChangeAspect="1"/>
          </p:cNvPicPr>
          <p:nvPr/>
        </p:nvPicPr>
        <p:blipFill>
          <a:blip r:embed="rId15"/>
          <a:stretch>
            <a:fillRect/>
          </a:stretch>
        </p:blipFill>
        <p:spPr>
          <a:xfrm>
            <a:off x="609142" y="752792"/>
            <a:ext cx="1333500" cy="1395413"/>
          </a:xfrm>
          <a:prstGeom prst="rect">
            <a:avLst/>
          </a:prstGeom>
        </p:spPr>
      </p:pic>
      <p:pic>
        <p:nvPicPr>
          <p:cNvPr id="28" name="Picture 27">
            <a:extLst>
              <a:ext uri="{FF2B5EF4-FFF2-40B4-BE49-F238E27FC236}">
                <a16:creationId xmlns:a16="http://schemas.microsoft.com/office/drawing/2014/main" id="{CA805DEE-131E-B748-FD81-C39DACBC614F}"/>
              </a:ext>
            </a:extLst>
          </p:cNvPr>
          <p:cNvPicPr>
            <a:picLocks noChangeAspect="1"/>
          </p:cNvPicPr>
          <p:nvPr/>
        </p:nvPicPr>
        <p:blipFill>
          <a:blip r:embed="rId16"/>
          <a:stretch>
            <a:fillRect/>
          </a:stretch>
        </p:blipFill>
        <p:spPr>
          <a:xfrm>
            <a:off x="2337366" y="3866421"/>
            <a:ext cx="2438400" cy="2805113"/>
          </a:xfrm>
          <a:prstGeom prst="rect">
            <a:avLst/>
          </a:prstGeom>
        </p:spPr>
      </p:pic>
    </p:spTree>
    <p:extLst>
      <p:ext uri="{BB962C8B-B14F-4D97-AF65-F5344CB8AC3E}">
        <p14:creationId xmlns:p14="http://schemas.microsoft.com/office/powerpoint/2010/main" val="3350360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up)">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left)">
                                      <p:cBhvr>
                                        <p:cTn id="1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Picture 47">
            <a:extLst>
              <a:ext uri="{FF2B5EF4-FFF2-40B4-BE49-F238E27FC236}">
                <a16:creationId xmlns:a16="http://schemas.microsoft.com/office/drawing/2014/main" id="{5989DC94-143B-0B98-0AA9-2DA2ED37CAA1}"/>
              </a:ext>
            </a:extLst>
          </p:cNvPr>
          <p:cNvPicPr>
            <a:picLocks noChangeAspect="1"/>
          </p:cNvPicPr>
          <p:nvPr/>
        </p:nvPicPr>
        <p:blipFill>
          <a:blip r:embed="rId3"/>
          <a:stretch>
            <a:fillRect/>
          </a:stretch>
        </p:blipFill>
        <p:spPr>
          <a:xfrm>
            <a:off x="5691104" y="2821937"/>
            <a:ext cx="2752725" cy="2581275"/>
          </a:xfrm>
          <a:prstGeom prst="rect">
            <a:avLst/>
          </a:prstGeom>
        </p:spPr>
      </p:pic>
      <p:pic>
        <p:nvPicPr>
          <p:cNvPr id="29" name="Picture 28">
            <a:extLst>
              <a:ext uri="{FF2B5EF4-FFF2-40B4-BE49-F238E27FC236}">
                <a16:creationId xmlns:a16="http://schemas.microsoft.com/office/drawing/2014/main" id="{45EDB817-8955-486D-536B-3115BD2A4EDA}"/>
              </a:ext>
            </a:extLst>
          </p:cNvPr>
          <p:cNvPicPr>
            <a:picLocks noChangeAspect="1"/>
          </p:cNvPicPr>
          <p:nvPr/>
        </p:nvPicPr>
        <p:blipFill>
          <a:blip r:embed="rId4"/>
          <a:stretch>
            <a:fillRect/>
          </a:stretch>
        </p:blipFill>
        <p:spPr>
          <a:xfrm>
            <a:off x="2892250" y="554007"/>
            <a:ext cx="2371725" cy="695325"/>
          </a:xfrm>
          <a:prstGeom prst="rect">
            <a:avLst/>
          </a:prstGeom>
        </p:spPr>
      </p:pic>
      <p:pic>
        <p:nvPicPr>
          <p:cNvPr id="30" name="Picture 29">
            <a:extLst>
              <a:ext uri="{FF2B5EF4-FFF2-40B4-BE49-F238E27FC236}">
                <a16:creationId xmlns:a16="http://schemas.microsoft.com/office/drawing/2014/main" id="{69897416-2B7D-9D30-BA21-5F17F7067D01}"/>
              </a:ext>
            </a:extLst>
          </p:cNvPr>
          <p:cNvPicPr>
            <a:picLocks noChangeAspect="1"/>
          </p:cNvPicPr>
          <p:nvPr/>
        </p:nvPicPr>
        <p:blipFill>
          <a:blip r:embed="rId5"/>
          <a:stretch>
            <a:fillRect/>
          </a:stretch>
        </p:blipFill>
        <p:spPr>
          <a:xfrm>
            <a:off x="982294" y="62229"/>
            <a:ext cx="4614863" cy="690563"/>
          </a:xfrm>
          <a:prstGeom prst="rect">
            <a:avLst/>
          </a:prstGeom>
        </p:spPr>
      </p:pic>
      <p:pic>
        <p:nvPicPr>
          <p:cNvPr id="31" name="Picture 30">
            <a:extLst>
              <a:ext uri="{FF2B5EF4-FFF2-40B4-BE49-F238E27FC236}">
                <a16:creationId xmlns:a16="http://schemas.microsoft.com/office/drawing/2014/main" id="{B5714D20-0499-C806-52B5-DA21F8C3882F}"/>
              </a:ext>
            </a:extLst>
          </p:cNvPr>
          <p:cNvPicPr>
            <a:picLocks noChangeAspect="1"/>
          </p:cNvPicPr>
          <p:nvPr/>
        </p:nvPicPr>
        <p:blipFill>
          <a:blip r:embed="rId6"/>
          <a:stretch>
            <a:fillRect/>
          </a:stretch>
        </p:blipFill>
        <p:spPr>
          <a:xfrm>
            <a:off x="1447024" y="752792"/>
            <a:ext cx="2224088" cy="938213"/>
          </a:xfrm>
          <a:prstGeom prst="rect">
            <a:avLst/>
          </a:prstGeom>
        </p:spPr>
      </p:pic>
      <p:pic>
        <p:nvPicPr>
          <p:cNvPr id="32" name="Picture 31">
            <a:extLst>
              <a:ext uri="{FF2B5EF4-FFF2-40B4-BE49-F238E27FC236}">
                <a16:creationId xmlns:a16="http://schemas.microsoft.com/office/drawing/2014/main" id="{EADD2077-EB8D-4623-F875-5F8B2F6FAFAA}"/>
              </a:ext>
            </a:extLst>
          </p:cNvPr>
          <p:cNvPicPr>
            <a:picLocks noChangeAspect="1"/>
          </p:cNvPicPr>
          <p:nvPr/>
        </p:nvPicPr>
        <p:blipFill>
          <a:blip r:embed="rId7"/>
          <a:stretch>
            <a:fillRect/>
          </a:stretch>
        </p:blipFill>
        <p:spPr>
          <a:xfrm>
            <a:off x="1915937" y="1640245"/>
            <a:ext cx="1819275" cy="1366838"/>
          </a:xfrm>
          <a:prstGeom prst="rect">
            <a:avLst/>
          </a:prstGeom>
        </p:spPr>
      </p:pic>
      <p:pic>
        <p:nvPicPr>
          <p:cNvPr id="33" name="Picture 32">
            <a:extLst>
              <a:ext uri="{FF2B5EF4-FFF2-40B4-BE49-F238E27FC236}">
                <a16:creationId xmlns:a16="http://schemas.microsoft.com/office/drawing/2014/main" id="{6B39DC93-364F-3467-0B05-791655625279}"/>
              </a:ext>
            </a:extLst>
          </p:cNvPr>
          <p:cNvPicPr>
            <a:picLocks noChangeAspect="1"/>
          </p:cNvPicPr>
          <p:nvPr/>
        </p:nvPicPr>
        <p:blipFill>
          <a:blip r:embed="rId8"/>
          <a:stretch>
            <a:fillRect/>
          </a:stretch>
        </p:blipFill>
        <p:spPr>
          <a:xfrm>
            <a:off x="2980163" y="2828716"/>
            <a:ext cx="2009775" cy="704850"/>
          </a:xfrm>
          <a:prstGeom prst="rect">
            <a:avLst/>
          </a:prstGeom>
        </p:spPr>
      </p:pic>
      <p:pic>
        <p:nvPicPr>
          <p:cNvPr id="34" name="Picture 33">
            <a:extLst>
              <a:ext uri="{FF2B5EF4-FFF2-40B4-BE49-F238E27FC236}">
                <a16:creationId xmlns:a16="http://schemas.microsoft.com/office/drawing/2014/main" id="{0353F1C8-9C82-9B60-8457-2BA55A9EF371}"/>
              </a:ext>
            </a:extLst>
          </p:cNvPr>
          <p:cNvPicPr>
            <a:picLocks noChangeAspect="1"/>
          </p:cNvPicPr>
          <p:nvPr/>
        </p:nvPicPr>
        <p:blipFill>
          <a:blip r:embed="rId9"/>
          <a:stretch>
            <a:fillRect/>
          </a:stretch>
        </p:blipFill>
        <p:spPr>
          <a:xfrm>
            <a:off x="3491810" y="2464321"/>
            <a:ext cx="2819400" cy="823913"/>
          </a:xfrm>
          <a:prstGeom prst="rect">
            <a:avLst/>
          </a:prstGeom>
        </p:spPr>
      </p:pic>
      <p:pic>
        <p:nvPicPr>
          <p:cNvPr id="35" name="Picture 34">
            <a:extLst>
              <a:ext uri="{FF2B5EF4-FFF2-40B4-BE49-F238E27FC236}">
                <a16:creationId xmlns:a16="http://schemas.microsoft.com/office/drawing/2014/main" id="{A7201743-7B6B-BBF1-43F4-7DFD540BA035}"/>
              </a:ext>
            </a:extLst>
          </p:cNvPr>
          <p:cNvPicPr>
            <a:picLocks noChangeAspect="1"/>
          </p:cNvPicPr>
          <p:nvPr/>
        </p:nvPicPr>
        <p:blipFill>
          <a:blip r:embed="rId10"/>
          <a:stretch>
            <a:fillRect/>
          </a:stretch>
        </p:blipFill>
        <p:spPr>
          <a:xfrm>
            <a:off x="6214351" y="2477450"/>
            <a:ext cx="3328988" cy="933450"/>
          </a:xfrm>
          <a:prstGeom prst="rect">
            <a:avLst/>
          </a:prstGeom>
        </p:spPr>
      </p:pic>
      <p:pic>
        <p:nvPicPr>
          <p:cNvPr id="36" name="Picture 35">
            <a:extLst>
              <a:ext uri="{FF2B5EF4-FFF2-40B4-BE49-F238E27FC236}">
                <a16:creationId xmlns:a16="http://schemas.microsoft.com/office/drawing/2014/main" id="{BA184EB6-87D9-0E08-89A8-937A0D6B834C}"/>
              </a:ext>
            </a:extLst>
          </p:cNvPr>
          <p:cNvPicPr>
            <a:picLocks noChangeAspect="1"/>
          </p:cNvPicPr>
          <p:nvPr/>
        </p:nvPicPr>
        <p:blipFill>
          <a:blip r:embed="rId11"/>
          <a:stretch>
            <a:fillRect/>
          </a:stretch>
        </p:blipFill>
        <p:spPr>
          <a:xfrm>
            <a:off x="8925308" y="2493926"/>
            <a:ext cx="2809875" cy="719138"/>
          </a:xfrm>
          <a:prstGeom prst="rect">
            <a:avLst/>
          </a:prstGeom>
        </p:spPr>
      </p:pic>
      <p:pic>
        <p:nvPicPr>
          <p:cNvPr id="37" name="Picture 36">
            <a:extLst>
              <a:ext uri="{FF2B5EF4-FFF2-40B4-BE49-F238E27FC236}">
                <a16:creationId xmlns:a16="http://schemas.microsoft.com/office/drawing/2014/main" id="{D9E81E79-3DE3-90D7-496C-4D64BE8F30D6}"/>
              </a:ext>
            </a:extLst>
          </p:cNvPr>
          <p:cNvPicPr>
            <a:picLocks noChangeAspect="1"/>
          </p:cNvPicPr>
          <p:nvPr/>
        </p:nvPicPr>
        <p:blipFill>
          <a:blip r:embed="rId12"/>
          <a:stretch>
            <a:fillRect/>
          </a:stretch>
        </p:blipFill>
        <p:spPr>
          <a:xfrm>
            <a:off x="3126738" y="1935620"/>
            <a:ext cx="5186363" cy="566738"/>
          </a:xfrm>
          <a:prstGeom prst="rect">
            <a:avLst/>
          </a:prstGeom>
        </p:spPr>
      </p:pic>
      <p:pic>
        <p:nvPicPr>
          <p:cNvPr id="38" name="Picture 37">
            <a:extLst>
              <a:ext uri="{FF2B5EF4-FFF2-40B4-BE49-F238E27FC236}">
                <a16:creationId xmlns:a16="http://schemas.microsoft.com/office/drawing/2014/main" id="{A7028C62-BE3B-59F3-8EF4-8D2A933CA842}"/>
              </a:ext>
            </a:extLst>
          </p:cNvPr>
          <p:cNvPicPr>
            <a:picLocks noChangeAspect="1"/>
          </p:cNvPicPr>
          <p:nvPr/>
        </p:nvPicPr>
        <p:blipFill>
          <a:blip r:embed="rId13"/>
          <a:stretch>
            <a:fillRect/>
          </a:stretch>
        </p:blipFill>
        <p:spPr>
          <a:xfrm>
            <a:off x="8421394" y="2843317"/>
            <a:ext cx="1671638" cy="1700213"/>
          </a:xfrm>
          <a:prstGeom prst="rect">
            <a:avLst/>
          </a:prstGeom>
        </p:spPr>
      </p:pic>
      <p:pic>
        <p:nvPicPr>
          <p:cNvPr id="39" name="Picture 38">
            <a:extLst>
              <a:ext uri="{FF2B5EF4-FFF2-40B4-BE49-F238E27FC236}">
                <a16:creationId xmlns:a16="http://schemas.microsoft.com/office/drawing/2014/main" id="{46DE16F3-CC11-26BA-4E34-7277AD0527E2}"/>
              </a:ext>
            </a:extLst>
          </p:cNvPr>
          <p:cNvPicPr>
            <a:picLocks noChangeAspect="1"/>
          </p:cNvPicPr>
          <p:nvPr/>
        </p:nvPicPr>
        <p:blipFill>
          <a:blip r:embed="rId14"/>
          <a:stretch>
            <a:fillRect/>
          </a:stretch>
        </p:blipFill>
        <p:spPr>
          <a:xfrm>
            <a:off x="6406844" y="6207842"/>
            <a:ext cx="5553075" cy="538163"/>
          </a:xfrm>
          <a:prstGeom prst="rect">
            <a:avLst/>
          </a:prstGeom>
        </p:spPr>
      </p:pic>
      <p:pic>
        <p:nvPicPr>
          <p:cNvPr id="40" name="Picture 39">
            <a:extLst>
              <a:ext uri="{FF2B5EF4-FFF2-40B4-BE49-F238E27FC236}">
                <a16:creationId xmlns:a16="http://schemas.microsoft.com/office/drawing/2014/main" id="{2E73FD2F-F657-3AEB-A806-C79317D17B5D}"/>
              </a:ext>
            </a:extLst>
          </p:cNvPr>
          <p:cNvPicPr>
            <a:picLocks noChangeAspect="1"/>
          </p:cNvPicPr>
          <p:nvPr/>
        </p:nvPicPr>
        <p:blipFill>
          <a:blip r:embed="rId15"/>
          <a:stretch>
            <a:fillRect/>
          </a:stretch>
        </p:blipFill>
        <p:spPr>
          <a:xfrm>
            <a:off x="600909" y="715081"/>
            <a:ext cx="1333500" cy="1395413"/>
          </a:xfrm>
          <a:prstGeom prst="rect">
            <a:avLst/>
          </a:prstGeom>
        </p:spPr>
      </p:pic>
      <p:pic>
        <p:nvPicPr>
          <p:cNvPr id="41" name="Picture 40">
            <a:extLst>
              <a:ext uri="{FF2B5EF4-FFF2-40B4-BE49-F238E27FC236}">
                <a16:creationId xmlns:a16="http://schemas.microsoft.com/office/drawing/2014/main" id="{7602E996-8BAD-08E1-2F7E-2C0A13ABC26F}"/>
              </a:ext>
            </a:extLst>
          </p:cNvPr>
          <p:cNvPicPr>
            <a:picLocks noChangeAspect="1"/>
          </p:cNvPicPr>
          <p:nvPr/>
        </p:nvPicPr>
        <p:blipFill>
          <a:blip r:embed="rId16"/>
          <a:stretch>
            <a:fillRect/>
          </a:stretch>
        </p:blipFill>
        <p:spPr>
          <a:xfrm>
            <a:off x="2337366" y="3866421"/>
            <a:ext cx="2438400" cy="2805113"/>
          </a:xfrm>
          <a:prstGeom prst="rect">
            <a:avLst/>
          </a:prstGeom>
        </p:spPr>
      </p:pic>
      <p:sp>
        <p:nvSpPr>
          <p:cNvPr id="2" name="TextBox 1">
            <a:extLst>
              <a:ext uri="{FF2B5EF4-FFF2-40B4-BE49-F238E27FC236}">
                <a16:creationId xmlns:a16="http://schemas.microsoft.com/office/drawing/2014/main" id="{6BA1B048-275C-4D88-A122-EDE0C6B4505E}"/>
              </a:ext>
            </a:extLst>
          </p:cNvPr>
          <p:cNvSpPr txBox="1"/>
          <p:nvPr/>
        </p:nvSpPr>
        <p:spPr>
          <a:xfrm rot="16200000">
            <a:off x="-3228945" y="3228949"/>
            <a:ext cx="6858001" cy="400110"/>
          </a:xfrm>
          <a:prstGeom prst="rect">
            <a:avLst/>
          </a:prstGeom>
          <a:solidFill>
            <a:srgbClr val="E4F3D3"/>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74B47"/>
                </a:solidFill>
                <a:effectLst/>
                <a:uLnTx/>
                <a:uFillTx/>
                <a:latin typeface="Segoe UI"/>
                <a:ea typeface="+mn-ea"/>
                <a:cs typeface="+mn-cs"/>
              </a:rPr>
              <a:t>eDiscovery – 2 versions</a:t>
            </a:r>
          </a:p>
        </p:txBody>
      </p:sp>
      <p:pic>
        <p:nvPicPr>
          <p:cNvPr id="3" name="Picture 2">
            <a:extLst>
              <a:ext uri="{FF2B5EF4-FFF2-40B4-BE49-F238E27FC236}">
                <a16:creationId xmlns:a16="http://schemas.microsoft.com/office/drawing/2014/main" id="{703B42BF-34C3-0611-A19D-4CA144335516}"/>
              </a:ext>
            </a:extLst>
          </p:cNvPr>
          <p:cNvPicPr>
            <a:picLocks noChangeAspect="1"/>
          </p:cNvPicPr>
          <p:nvPr/>
        </p:nvPicPr>
        <p:blipFill>
          <a:blip r:embed="rId17"/>
          <a:stretch>
            <a:fillRect/>
          </a:stretch>
        </p:blipFill>
        <p:spPr>
          <a:xfrm>
            <a:off x="10739789" y="127361"/>
            <a:ext cx="1130576" cy="373174"/>
          </a:xfrm>
          <a:prstGeom prst="rect">
            <a:avLst/>
          </a:prstGeom>
        </p:spPr>
      </p:pic>
      <p:sp>
        <p:nvSpPr>
          <p:cNvPr id="6" name="TextBox 5">
            <a:extLst>
              <a:ext uri="{FF2B5EF4-FFF2-40B4-BE49-F238E27FC236}">
                <a16:creationId xmlns:a16="http://schemas.microsoft.com/office/drawing/2014/main" id="{C5B1313E-A9D5-73B4-85F5-76D85AA9162D}"/>
              </a:ext>
            </a:extLst>
          </p:cNvPr>
          <p:cNvSpPr txBox="1"/>
          <p:nvPr/>
        </p:nvSpPr>
        <p:spPr>
          <a:xfrm flipH="1">
            <a:off x="9462987" y="143583"/>
            <a:ext cx="2635983" cy="307777"/>
          </a:xfrm>
          <a:prstGeom prst="rect">
            <a:avLst/>
          </a:prstGeom>
          <a:noFill/>
        </p:spPr>
        <p:txBody>
          <a:bodyPr wrap="square" lIns="0" tIns="0" rIns="0" bIns="0" rtlCol="0">
            <a:spAutoFit/>
          </a:bodyPr>
          <a:lstStyle/>
          <a:p>
            <a:pPr algn="l"/>
            <a:r>
              <a:rPr lang="en-US" sz="2000" dirty="0"/>
              <a:t>Standard &amp; Premium</a:t>
            </a:r>
          </a:p>
        </p:txBody>
      </p:sp>
      <p:pic>
        <p:nvPicPr>
          <p:cNvPr id="8" name="Picture 7">
            <a:extLst>
              <a:ext uri="{FF2B5EF4-FFF2-40B4-BE49-F238E27FC236}">
                <a16:creationId xmlns:a16="http://schemas.microsoft.com/office/drawing/2014/main" id="{E12804CF-6FEC-F3E4-5C8D-DED56579AF96}"/>
              </a:ext>
            </a:extLst>
          </p:cNvPr>
          <p:cNvPicPr>
            <a:picLocks noChangeAspect="1"/>
          </p:cNvPicPr>
          <p:nvPr/>
        </p:nvPicPr>
        <p:blipFill>
          <a:blip r:embed="rId17"/>
          <a:stretch>
            <a:fillRect/>
          </a:stretch>
        </p:blipFill>
        <p:spPr>
          <a:xfrm>
            <a:off x="2498968" y="4736757"/>
            <a:ext cx="2438399" cy="2057622"/>
          </a:xfrm>
          <a:prstGeom prst="rect">
            <a:avLst/>
          </a:prstGeom>
        </p:spPr>
      </p:pic>
      <p:pic>
        <p:nvPicPr>
          <p:cNvPr id="15" name="Picture 14">
            <a:extLst>
              <a:ext uri="{FF2B5EF4-FFF2-40B4-BE49-F238E27FC236}">
                <a16:creationId xmlns:a16="http://schemas.microsoft.com/office/drawing/2014/main" id="{C4C448C6-4026-425F-4B9E-AF6D54B15010}"/>
              </a:ext>
            </a:extLst>
          </p:cNvPr>
          <p:cNvPicPr>
            <a:picLocks noChangeAspect="1"/>
          </p:cNvPicPr>
          <p:nvPr/>
        </p:nvPicPr>
        <p:blipFill>
          <a:blip r:embed="rId17"/>
          <a:stretch>
            <a:fillRect/>
          </a:stretch>
        </p:blipFill>
        <p:spPr>
          <a:xfrm>
            <a:off x="548175" y="735203"/>
            <a:ext cx="1379626" cy="373174"/>
          </a:xfrm>
          <a:prstGeom prst="rect">
            <a:avLst/>
          </a:prstGeom>
        </p:spPr>
      </p:pic>
      <p:pic>
        <p:nvPicPr>
          <p:cNvPr id="20" name="Picture 19">
            <a:extLst>
              <a:ext uri="{FF2B5EF4-FFF2-40B4-BE49-F238E27FC236}">
                <a16:creationId xmlns:a16="http://schemas.microsoft.com/office/drawing/2014/main" id="{4C1BBBBB-4B02-C39F-2A4A-05816223319E}"/>
              </a:ext>
            </a:extLst>
          </p:cNvPr>
          <p:cNvPicPr>
            <a:picLocks noChangeAspect="1"/>
          </p:cNvPicPr>
          <p:nvPr/>
        </p:nvPicPr>
        <p:blipFill>
          <a:blip r:embed="rId17"/>
          <a:stretch>
            <a:fillRect/>
          </a:stretch>
        </p:blipFill>
        <p:spPr>
          <a:xfrm>
            <a:off x="7920582" y="2428057"/>
            <a:ext cx="2261970" cy="2445210"/>
          </a:xfrm>
          <a:prstGeom prst="rect">
            <a:avLst/>
          </a:prstGeom>
        </p:spPr>
      </p:pic>
      <p:pic>
        <p:nvPicPr>
          <p:cNvPr id="22" name="Picture 21">
            <a:extLst>
              <a:ext uri="{FF2B5EF4-FFF2-40B4-BE49-F238E27FC236}">
                <a16:creationId xmlns:a16="http://schemas.microsoft.com/office/drawing/2014/main" id="{D623D28A-B78A-C79A-479D-196BC8417D1D}"/>
              </a:ext>
            </a:extLst>
          </p:cNvPr>
          <p:cNvPicPr>
            <a:picLocks noChangeAspect="1"/>
          </p:cNvPicPr>
          <p:nvPr/>
        </p:nvPicPr>
        <p:blipFill>
          <a:blip r:embed="rId17"/>
          <a:stretch>
            <a:fillRect/>
          </a:stretch>
        </p:blipFill>
        <p:spPr>
          <a:xfrm>
            <a:off x="6007383" y="3727918"/>
            <a:ext cx="1823679" cy="1145349"/>
          </a:xfrm>
          <a:prstGeom prst="rect">
            <a:avLst/>
          </a:prstGeom>
        </p:spPr>
      </p:pic>
      <p:pic>
        <p:nvPicPr>
          <p:cNvPr id="23" name="Picture 22">
            <a:extLst>
              <a:ext uri="{FF2B5EF4-FFF2-40B4-BE49-F238E27FC236}">
                <a16:creationId xmlns:a16="http://schemas.microsoft.com/office/drawing/2014/main" id="{614DADB1-2D13-9EA7-532B-C57196B9D9BC}"/>
              </a:ext>
            </a:extLst>
          </p:cNvPr>
          <p:cNvPicPr>
            <a:picLocks noChangeAspect="1"/>
          </p:cNvPicPr>
          <p:nvPr/>
        </p:nvPicPr>
        <p:blipFill>
          <a:blip r:embed="rId17"/>
          <a:stretch>
            <a:fillRect/>
          </a:stretch>
        </p:blipFill>
        <p:spPr>
          <a:xfrm>
            <a:off x="6222589" y="6214072"/>
            <a:ext cx="5801735" cy="567488"/>
          </a:xfrm>
          <a:prstGeom prst="rect">
            <a:avLst/>
          </a:prstGeom>
        </p:spPr>
      </p:pic>
      <p:pic>
        <p:nvPicPr>
          <p:cNvPr id="49" name="Picture 48">
            <a:extLst>
              <a:ext uri="{FF2B5EF4-FFF2-40B4-BE49-F238E27FC236}">
                <a16:creationId xmlns:a16="http://schemas.microsoft.com/office/drawing/2014/main" id="{AF16BAB1-3690-0EB3-E4F2-68A64DFDC947}"/>
              </a:ext>
            </a:extLst>
          </p:cNvPr>
          <p:cNvPicPr>
            <a:picLocks noChangeAspect="1"/>
          </p:cNvPicPr>
          <p:nvPr/>
        </p:nvPicPr>
        <p:blipFill>
          <a:blip r:embed="rId17"/>
          <a:stretch>
            <a:fillRect/>
          </a:stretch>
        </p:blipFill>
        <p:spPr>
          <a:xfrm>
            <a:off x="536311" y="1886686"/>
            <a:ext cx="1379626" cy="195232"/>
          </a:xfrm>
          <a:prstGeom prst="rect">
            <a:avLst/>
          </a:prstGeom>
        </p:spPr>
      </p:pic>
    </p:spTree>
    <p:extLst>
      <p:ext uri="{BB962C8B-B14F-4D97-AF65-F5344CB8AC3E}">
        <p14:creationId xmlns:p14="http://schemas.microsoft.com/office/powerpoint/2010/main" val="484973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10" presetClass="entr" presetSubtype="0"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par>
                                <p:cTn id="23" presetID="10" presetClass="entr" presetSubtype="0" fill="hold" nodeType="with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A1B048-275C-4D88-A122-EDE0C6B4505E}"/>
              </a:ext>
            </a:extLst>
          </p:cNvPr>
          <p:cNvSpPr txBox="1"/>
          <p:nvPr/>
        </p:nvSpPr>
        <p:spPr>
          <a:xfrm rot="16200000">
            <a:off x="-3228945" y="3228949"/>
            <a:ext cx="6858001" cy="400110"/>
          </a:xfrm>
          <a:prstGeom prst="rect">
            <a:avLst/>
          </a:prstGeom>
          <a:solidFill>
            <a:srgbClr val="C05046"/>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mn-cs"/>
              </a:rPr>
              <a:t>eDiscovery – APIs</a:t>
            </a:r>
          </a:p>
        </p:txBody>
      </p:sp>
      <p:pic>
        <p:nvPicPr>
          <p:cNvPr id="8" name="Picture 7">
            <a:extLst>
              <a:ext uri="{FF2B5EF4-FFF2-40B4-BE49-F238E27FC236}">
                <a16:creationId xmlns:a16="http://schemas.microsoft.com/office/drawing/2014/main" id="{4112DB28-71ED-297E-BB92-0F614EB7F68A}"/>
              </a:ext>
            </a:extLst>
          </p:cNvPr>
          <p:cNvPicPr>
            <a:picLocks noChangeAspect="1"/>
          </p:cNvPicPr>
          <p:nvPr/>
        </p:nvPicPr>
        <p:blipFill>
          <a:blip r:embed="rId3"/>
          <a:stretch>
            <a:fillRect/>
          </a:stretch>
        </p:blipFill>
        <p:spPr>
          <a:xfrm>
            <a:off x="2576316" y="1248566"/>
            <a:ext cx="1543050" cy="523875"/>
          </a:xfrm>
          <a:prstGeom prst="rect">
            <a:avLst/>
          </a:prstGeom>
        </p:spPr>
      </p:pic>
      <p:pic>
        <p:nvPicPr>
          <p:cNvPr id="20" name="Picture 19">
            <a:extLst>
              <a:ext uri="{FF2B5EF4-FFF2-40B4-BE49-F238E27FC236}">
                <a16:creationId xmlns:a16="http://schemas.microsoft.com/office/drawing/2014/main" id="{6E7FC6AE-F7F4-6CE8-A054-838BA98538FD}"/>
              </a:ext>
            </a:extLst>
          </p:cNvPr>
          <p:cNvPicPr>
            <a:picLocks noChangeAspect="1"/>
          </p:cNvPicPr>
          <p:nvPr/>
        </p:nvPicPr>
        <p:blipFill>
          <a:blip r:embed="rId4"/>
          <a:stretch>
            <a:fillRect/>
          </a:stretch>
        </p:blipFill>
        <p:spPr>
          <a:xfrm>
            <a:off x="5956604" y="2168159"/>
            <a:ext cx="1228725" cy="280988"/>
          </a:xfrm>
          <a:prstGeom prst="rect">
            <a:avLst/>
          </a:prstGeom>
        </p:spPr>
      </p:pic>
      <p:pic>
        <p:nvPicPr>
          <p:cNvPr id="23" name="Picture 22">
            <a:extLst>
              <a:ext uri="{FF2B5EF4-FFF2-40B4-BE49-F238E27FC236}">
                <a16:creationId xmlns:a16="http://schemas.microsoft.com/office/drawing/2014/main" id="{672AFF7C-0005-A4F3-2C47-9A24EB5EDA5A}"/>
              </a:ext>
            </a:extLst>
          </p:cNvPr>
          <p:cNvPicPr>
            <a:picLocks noChangeAspect="1"/>
          </p:cNvPicPr>
          <p:nvPr/>
        </p:nvPicPr>
        <p:blipFill>
          <a:blip r:embed="rId5"/>
          <a:stretch>
            <a:fillRect/>
          </a:stretch>
        </p:blipFill>
        <p:spPr>
          <a:xfrm>
            <a:off x="10202556" y="3637118"/>
            <a:ext cx="1757363" cy="890588"/>
          </a:xfrm>
          <a:prstGeom prst="rect">
            <a:avLst/>
          </a:prstGeom>
        </p:spPr>
      </p:pic>
      <p:pic>
        <p:nvPicPr>
          <p:cNvPr id="25" name="Picture 24">
            <a:extLst>
              <a:ext uri="{FF2B5EF4-FFF2-40B4-BE49-F238E27FC236}">
                <a16:creationId xmlns:a16="http://schemas.microsoft.com/office/drawing/2014/main" id="{799F04F8-9D20-B4E7-C56E-5EF6612E1F47}"/>
              </a:ext>
            </a:extLst>
          </p:cNvPr>
          <p:cNvPicPr>
            <a:picLocks noChangeAspect="1"/>
          </p:cNvPicPr>
          <p:nvPr/>
        </p:nvPicPr>
        <p:blipFill>
          <a:blip r:embed="rId6"/>
          <a:stretch>
            <a:fillRect/>
          </a:stretch>
        </p:blipFill>
        <p:spPr>
          <a:xfrm>
            <a:off x="8582986" y="5016070"/>
            <a:ext cx="957263" cy="285750"/>
          </a:xfrm>
          <a:prstGeom prst="rect">
            <a:avLst/>
          </a:prstGeom>
        </p:spPr>
      </p:pic>
      <p:pic>
        <p:nvPicPr>
          <p:cNvPr id="27" name="Picture 26">
            <a:extLst>
              <a:ext uri="{FF2B5EF4-FFF2-40B4-BE49-F238E27FC236}">
                <a16:creationId xmlns:a16="http://schemas.microsoft.com/office/drawing/2014/main" id="{5894ACE6-89FC-35E3-EFAA-8176A9EC0757}"/>
              </a:ext>
            </a:extLst>
          </p:cNvPr>
          <p:cNvPicPr>
            <a:picLocks noChangeAspect="1"/>
          </p:cNvPicPr>
          <p:nvPr/>
        </p:nvPicPr>
        <p:blipFill>
          <a:blip r:embed="rId7"/>
          <a:stretch>
            <a:fillRect/>
          </a:stretch>
        </p:blipFill>
        <p:spPr>
          <a:xfrm>
            <a:off x="8357990" y="2169935"/>
            <a:ext cx="1443038" cy="280988"/>
          </a:xfrm>
          <a:prstGeom prst="rect">
            <a:avLst/>
          </a:prstGeom>
        </p:spPr>
      </p:pic>
      <p:pic>
        <p:nvPicPr>
          <p:cNvPr id="32" name="Picture 31">
            <a:extLst>
              <a:ext uri="{FF2B5EF4-FFF2-40B4-BE49-F238E27FC236}">
                <a16:creationId xmlns:a16="http://schemas.microsoft.com/office/drawing/2014/main" id="{FF2052E2-5032-2BFA-75B4-ACA67F05208A}"/>
              </a:ext>
            </a:extLst>
          </p:cNvPr>
          <p:cNvPicPr>
            <a:picLocks noChangeAspect="1"/>
          </p:cNvPicPr>
          <p:nvPr/>
        </p:nvPicPr>
        <p:blipFill>
          <a:blip r:embed="rId8"/>
          <a:stretch>
            <a:fillRect/>
          </a:stretch>
        </p:blipFill>
        <p:spPr>
          <a:xfrm>
            <a:off x="2892250" y="554007"/>
            <a:ext cx="2371725" cy="695325"/>
          </a:xfrm>
          <a:prstGeom prst="rect">
            <a:avLst/>
          </a:prstGeom>
        </p:spPr>
      </p:pic>
      <p:pic>
        <p:nvPicPr>
          <p:cNvPr id="34" name="Picture 33">
            <a:extLst>
              <a:ext uri="{FF2B5EF4-FFF2-40B4-BE49-F238E27FC236}">
                <a16:creationId xmlns:a16="http://schemas.microsoft.com/office/drawing/2014/main" id="{7E9547A9-47D7-E003-CA6E-7A02B4F58B65}"/>
              </a:ext>
            </a:extLst>
          </p:cNvPr>
          <p:cNvPicPr>
            <a:picLocks noChangeAspect="1"/>
          </p:cNvPicPr>
          <p:nvPr/>
        </p:nvPicPr>
        <p:blipFill>
          <a:blip r:embed="rId9"/>
          <a:stretch>
            <a:fillRect/>
          </a:stretch>
        </p:blipFill>
        <p:spPr>
          <a:xfrm>
            <a:off x="982294" y="62229"/>
            <a:ext cx="4614863" cy="690563"/>
          </a:xfrm>
          <a:prstGeom prst="rect">
            <a:avLst/>
          </a:prstGeom>
        </p:spPr>
      </p:pic>
      <p:pic>
        <p:nvPicPr>
          <p:cNvPr id="36" name="Picture 35">
            <a:extLst>
              <a:ext uri="{FF2B5EF4-FFF2-40B4-BE49-F238E27FC236}">
                <a16:creationId xmlns:a16="http://schemas.microsoft.com/office/drawing/2014/main" id="{790EB534-D482-F1B7-7DCC-6D15C3F04BAA}"/>
              </a:ext>
            </a:extLst>
          </p:cNvPr>
          <p:cNvPicPr>
            <a:picLocks noChangeAspect="1"/>
          </p:cNvPicPr>
          <p:nvPr/>
        </p:nvPicPr>
        <p:blipFill>
          <a:blip r:embed="rId10"/>
          <a:stretch>
            <a:fillRect/>
          </a:stretch>
        </p:blipFill>
        <p:spPr>
          <a:xfrm>
            <a:off x="1447024" y="752792"/>
            <a:ext cx="2224088" cy="938213"/>
          </a:xfrm>
          <a:prstGeom prst="rect">
            <a:avLst/>
          </a:prstGeom>
        </p:spPr>
      </p:pic>
      <p:pic>
        <p:nvPicPr>
          <p:cNvPr id="38" name="Picture 37">
            <a:extLst>
              <a:ext uri="{FF2B5EF4-FFF2-40B4-BE49-F238E27FC236}">
                <a16:creationId xmlns:a16="http://schemas.microsoft.com/office/drawing/2014/main" id="{4480739D-CC8A-B0BC-4252-CEDF0C0EBE42}"/>
              </a:ext>
            </a:extLst>
          </p:cNvPr>
          <p:cNvPicPr>
            <a:picLocks noChangeAspect="1"/>
          </p:cNvPicPr>
          <p:nvPr/>
        </p:nvPicPr>
        <p:blipFill>
          <a:blip r:embed="rId11"/>
          <a:stretch>
            <a:fillRect/>
          </a:stretch>
        </p:blipFill>
        <p:spPr>
          <a:xfrm>
            <a:off x="1915937" y="1640245"/>
            <a:ext cx="1819275" cy="1366838"/>
          </a:xfrm>
          <a:prstGeom prst="rect">
            <a:avLst/>
          </a:prstGeom>
        </p:spPr>
      </p:pic>
      <p:pic>
        <p:nvPicPr>
          <p:cNvPr id="40" name="Picture 39">
            <a:extLst>
              <a:ext uri="{FF2B5EF4-FFF2-40B4-BE49-F238E27FC236}">
                <a16:creationId xmlns:a16="http://schemas.microsoft.com/office/drawing/2014/main" id="{C62085C8-2150-5332-8A49-E26A68BB2081}"/>
              </a:ext>
            </a:extLst>
          </p:cNvPr>
          <p:cNvPicPr>
            <a:picLocks noChangeAspect="1"/>
          </p:cNvPicPr>
          <p:nvPr/>
        </p:nvPicPr>
        <p:blipFill>
          <a:blip r:embed="rId12"/>
          <a:stretch>
            <a:fillRect/>
          </a:stretch>
        </p:blipFill>
        <p:spPr>
          <a:xfrm>
            <a:off x="2980163" y="2828716"/>
            <a:ext cx="2009775" cy="704850"/>
          </a:xfrm>
          <a:prstGeom prst="rect">
            <a:avLst/>
          </a:prstGeom>
        </p:spPr>
      </p:pic>
      <p:pic>
        <p:nvPicPr>
          <p:cNvPr id="42" name="Picture 41">
            <a:extLst>
              <a:ext uri="{FF2B5EF4-FFF2-40B4-BE49-F238E27FC236}">
                <a16:creationId xmlns:a16="http://schemas.microsoft.com/office/drawing/2014/main" id="{D3F8E480-EA8E-2007-189D-A387D87F33C4}"/>
              </a:ext>
            </a:extLst>
          </p:cNvPr>
          <p:cNvPicPr>
            <a:picLocks noChangeAspect="1"/>
          </p:cNvPicPr>
          <p:nvPr/>
        </p:nvPicPr>
        <p:blipFill>
          <a:blip r:embed="rId13"/>
          <a:stretch>
            <a:fillRect/>
          </a:stretch>
        </p:blipFill>
        <p:spPr>
          <a:xfrm>
            <a:off x="3491810" y="2464321"/>
            <a:ext cx="2819400" cy="823913"/>
          </a:xfrm>
          <a:prstGeom prst="rect">
            <a:avLst/>
          </a:prstGeom>
        </p:spPr>
      </p:pic>
      <p:pic>
        <p:nvPicPr>
          <p:cNvPr id="44" name="Picture 43">
            <a:extLst>
              <a:ext uri="{FF2B5EF4-FFF2-40B4-BE49-F238E27FC236}">
                <a16:creationId xmlns:a16="http://schemas.microsoft.com/office/drawing/2014/main" id="{15421100-6C4F-B35C-4EAA-7B78A3968778}"/>
              </a:ext>
            </a:extLst>
          </p:cNvPr>
          <p:cNvPicPr>
            <a:picLocks noChangeAspect="1"/>
          </p:cNvPicPr>
          <p:nvPr/>
        </p:nvPicPr>
        <p:blipFill>
          <a:blip r:embed="rId14"/>
          <a:stretch>
            <a:fillRect/>
          </a:stretch>
        </p:blipFill>
        <p:spPr>
          <a:xfrm>
            <a:off x="6214351" y="2477450"/>
            <a:ext cx="3328988" cy="933450"/>
          </a:xfrm>
          <a:prstGeom prst="rect">
            <a:avLst/>
          </a:prstGeom>
        </p:spPr>
      </p:pic>
      <p:pic>
        <p:nvPicPr>
          <p:cNvPr id="46" name="Picture 45">
            <a:extLst>
              <a:ext uri="{FF2B5EF4-FFF2-40B4-BE49-F238E27FC236}">
                <a16:creationId xmlns:a16="http://schemas.microsoft.com/office/drawing/2014/main" id="{498EF385-A6BC-6540-1B5C-9C6E9CEE4D3E}"/>
              </a:ext>
            </a:extLst>
          </p:cNvPr>
          <p:cNvPicPr>
            <a:picLocks noChangeAspect="1"/>
          </p:cNvPicPr>
          <p:nvPr/>
        </p:nvPicPr>
        <p:blipFill>
          <a:blip r:embed="rId15"/>
          <a:stretch>
            <a:fillRect/>
          </a:stretch>
        </p:blipFill>
        <p:spPr>
          <a:xfrm>
            <a:off x="8925308" y="2493926"/>
            <a:ext cx="2809875" cy="719138"/>
          </a:xfrm>
          <a:prstGeom prst="rect">
            <a:avLst/>
          </a:prstGeom>
        </p:spPr>
      </p:pic>
      <p:pic>
        <p:nvPicPr>
          <p:cNvPr id="48" name="Picture 47">
            <a:extLst>
              <a:ext uri="{FF2B5EF4-FFF2-40B4-BE49-F238E27FC236}">
                <a16:creationId xmlns:a16="http://schemas.microsoft.com/office/drawing/2014/main" id="{6C8E8458-4C1D-8467-EAD8-628A550931C6}"/>
              </a:ext>
            </a:extLst>
          </p:cNvPr>
          <p:cNvPicPr>
            <a:picLocks noChangeAspect="1"/>
          </p:cNvPicPr>
          <p:nvPr/>
        </p:nvPicPr>
        <p:blipFill>
          <a:blip r:embed="rId16"/>
          <a:stretch>
            <a:fillRect/>
          </a:stretch>
        </p:blipFill>
        <p:spPr>
          <a:xfrm>
            <a:off x="3126738" y="1935620"/>
            <a:ext cx="5186363" cy="566738"/>
          </a:xfrm>
          <a:prstGeom prst="rect">
            <a:avLst/>
          </a:prstGeom>
        </p:spPr>
      </p:pic>
      <p:pic>
        <p:nvPicPr>
          <p:cNvPr id="54" name="Picture 53">
            <a:extLst>
              <a:ext uri="{FF2B5EF4-FFF2-40B4-BE49-F238E27FC236}">
                <a16:creationId xmlns:a16="http://schemas.microsoft.com/office/drawing/2014/main" id="{F30DFDD0-718A-7B92-E31A-DD1B0BDCBB33}"/>
              </a:ext>
            </a:extLst>
          </p:cNvPr>
          <p:cNvPicPr>
            <a:picLocks noChangeAspect="1"/>
          </p:cNvPicPr>
          <p:nvPr/>
        </p:nvPicPr>
        <p:blipFill>
          <a:blip r:embed="rId17"/>
          <a:stretch>
            <a:fillRect/>
          </a:stretch>
        </p:blipFill>
        <p:spPr>
          <a:xfrm>
            <a:off x="8421394" y="2843317"/>
            <a:ext cx="1671638" cy="1700213"/>
          </a:xfrm>
          <a:prstGeom prst="rect">
            <a:avLst/>
          </a:prstGeom>
        </p:spPr>
      </p:pic>
      <p:pic>
        <p:nvPicPr>
          <p:cNvPr id="56" name="Picture 55">
            <a:extLst>
              <a:ext uri="{FF2B5EF4-FFF2-40B4-BE49-F238E27FC236}">
                <a16:creationId xmlns:a16="http://schemas.microsoft.com/office/drawing/2014/main" id="{8A3D1B1A-2EA6-AA7B-46BC-00393E82036C}"/>
              </a:ext>
            </a:extLst>
          </p:cNvPr>
          <p:cNvPicPr>
            <a:picLocks noChangeAspect="1"/>
          </p:cNvPicPr>
          <p:nvPr/>
        </p:nvPicPr>
        <p:blipFill>
          <a:blip r:embed="rId18"/>
          <a:stretch>
            <a:fillRect/>
          </a:stretch>
        </p:blipFill>
        <p:spPr>
          <a:xfrm>
            <a:off x="6406844" y="6207842"/>
            <a:ext cx="5553075" cy="538163"/>
          </a:xfrm>
          <a:prstGeom prst="rect">
            <a:avLst/>
          </a:prstGeom>
        </p:spPr>
      </p:pic>
      <p:pic>
        <p:nvPicPr>
          <p:cNvPr id="58" name="Picture 57">
            <a:extLst>
              <a:ext uri="{FF2B5EF4-FFF2-40B4-BE49-F238E27FC236}">
                <a16:creationId xmlns:a16="http://schemas.microsoft.com/office/drawing/2014/main" id="{16B1B7E1-6F56-24A2-EAE4-F9E5184BB559}"/>
              </a:ext>
            </a:extLst>
          </p:cNvPr>
          <p:cNvPicPr>
            <a:picLocks noChangeAspect="1"/>
          </p:cNvPicPr>
          <p:nvPr/>
        </p:nvPicPr>
        <p:blipFill>
          <a:blip r:embed="rId19"/>
          <a:stretch>
            <a:fillRect/>
          </a:stretch>
        </p:blipFill>
        <p:spPr>
          <a:xfrm>
            <a:off x="600909" y="715081"/>
            <a:ext cx="1333500" cy="1395413"/>
          </a:xfrm>
          <a:prstGeom prst="rect">
            <a:avLst/>
          </a:prstGeom>
        </p:spPr>
      </p:pic>
      <p:pic>
        <p:nvPicPr>
          <p:cNvPr id="60" name="Picture 59">
            <a:extLst>
              <a:ext uri="{FF2B5EF4-FFF2-40B4-BE49-F238E27FC236}">
                <a16:creationId xmlns:a16="http://schemas.microsoft.com/office/drawing/2014/main" id="{DA82AA85-8A32-3F77-6806-0EDD85D73671}"/>
              </a:ext>
            </a:extLst>
          </p:cNvPr>
          <p:cNvPicPr>
            <a:picLocks noChangeAspect="1"/>
          </p:cNvPicPr>
          <p:nvPr/>
        </p:nvPicPr>
        <p:blipFill>
          <a:blip r:embed="rId20"/>
          <a:stretch>
            <a:fillRect/>
          </a:stretch>
        </p:blipFill>
        <p:spPr>
          <a:xfrm>
            <a:off x="2337366" y="3866421"/>
            <a:ext cx="2438400" cy="2805113"/>
          </a:xfrm>
          <a:prstGeom prst="rect">
            <a:avLst/>
          </a:prstGeom>
        </p:spPr>
      </p:pic>
      <p:pic>
        <p:nvPicPr>
          <p:cNvPr id="64" name="Picture 63">
            <a:extLst>
              <a:ext uri="{FF2B5EF4-FFF2-40B4-BE49-F238E27FC236}">
                <a16:creationId xmlns:a16="http://schemas.microsoft.com/office/drawing/2014/main" id="{14BBD7A0-B8D2-C20C-1020-3FB9A44ED5F3}"/>
              </a:ext>
            </a:extLst>
          </p:cNvPr>
          <p:cNvPicPr>
            <a:picLocks noChangeAspect="1"/>
          </p:cNvPicPr>
          <p:nvPr/>
        </p:nvPicPr>
        <p:blipFill>
          <a:blip r:embed="rId21"/>
          <a:stretch>
            <a:fillRect/>
          </a:stretch>
        </p:blipFill>
        <p:spPr>
          <a:xfrm>
            <a:off x="706302" y="4251802"/>
            <a:ext cx="1438275" cy="2266950"/>
          </a:xfrm>
          <a:prstGeom prst="rect">
            <a:avLst/>
          </a:prstGeom>
        </p:spPr>
      </p:pic>
      <p:pic>
        <p:nvPicPr>
          <p:cNvPr id="68" name="Picture 67">
            <a:extLst>
              <a:ext uri="{FF2B5EF4-FFF2-40B4-BE49-F238E27FC236}">
                <a16:creationId xmlns:a16="http://schemas.microsoft.com/office/drawing/2014/main" id="{40EB4270-BBF6-84D7-E1B2-F9EAE8DE7727}"/>
              </a:ext>
            </a:extLst>
          </p:cNvPr>
          <p:cNvPicPr>
            <a:picLocks noChangeAspect="1"/>
          </p:cNvPicPr>
          <p:nvPr/>
        </p:nvPicPr>
        <p:blipFill>
          <a:blip r:embed="rId22"/>
          <a:stretch>
            <a:fillRect/>
          </a:stretch>
        </p:blipFill>
        <p:spPr>
          <a:xfrm>
            <a:off x="700478" y="3024969"/>
            <a:ext cx="2152650" cy="847725"/>
          </a:xfrm>
          <a:prstGeom prst="rect">
            <a:avLst/>
          </a:prstGeom>
        </p:spPr>
      </p:pic>
      <p:pic>
        <p:nvPicPr>
          <p:cNvPr id="69" name="Picture 68">
            <a:extLst>
              <a:ext uri="{FF2B5EF4-FFF2-40B4-BE49-F238E27FC236}">
                <a16:creationId xmlns:a16="http://schemas.microsoft.com/office/drawing/2014/main" id="{0ED7BD8F-5D45-0453-2EC7-06AA042E5706}"/>
              </a:ext>
            </a:extLst>
          </p:cNvPr>
          <p:cNvPicPr>
            <a:picLocks noChangeAspect="1"/>
          </p:cNvPicPr>
          <p:nvPr/>
        </p:nvPicPr>
        <p:blipFill>
          <a:blip r:embed="rId23"/>
          <a:stretch>
            <a:fillRect/>
          </a:stretch>
        </p:blipFill>
        <p:spPr>
          <a:xfrm>
            <a:off x="5691104" y="2821937"/>
            <a:ext cx="2752725" cy="2581275"/>
          </a:xfrm>
          <a:prstGeom prst="rect">
            <a:avLst/>
          </a:prstGeom>
        </p:spPr>
      </p:pic>
    </p:spTree>
    <p:extLst>
      <p:ext uri="{BB962C8B-B14F-4D97-AF65-F5344CB8AC3E}">
        <p14:creationId xmlns:p14="http://schemas.microsoft.com/office/powerpoint/2010/main" val="1786852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E051F12-201F-BBE2-CBE2-A6343A4933B4}"/>
              </a:ext>
            </a:extLst>
          </p:cNvPr>
          <p:cNvSpPr txBox="1"/>
          <p:nvPr/>
        </p:nvSpPr>
        <p:spPr>
          <a:xfrm rot="16200000">
            <a:off x="-3228945" y="3228948"/>
            <a:ext cx="6858001" cy="400110"/>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mn-cs"/>
              </a:rPr>
              <a:t>eDiscovery – Integrations</a:t>
            </a:r>
          </a:p>
        </p:txBody>
      </p:sp>
      <p:pic>
        <p:nvPicPr>
          <p:cNvPr id="7" name="Picture 6">
            <a:extLst>
              <a:ext uri="{FF2B5EF4-FFF2-40B4-BE49-F238E27FC236}">
                <a16:creationId xmlns:a16="http://schemas.microsoft.com/office/drawing/2014/main" id="{948FC629-6355-ECF2-AF20-9FA1249B78E3}"/>
              </a:ext>
            </a:extLst>
          </p:cNvPr>
          <p:cNvPicPr>
            <a:picLocks noChangeAspect="1"/>
          </p:cNvPicPr>
          <p:nvPr/>
        </p:nvPicPr>
        <p:blipFill>
          <a:blip r:embed="rId2"/>
          <a:stretch>
            <a:fillRect/>
          </a:stretch>
        </p:blipFill>
        <p:spPr>
          <a:xfrm>
            <a:off x="1533975" y="927142"/>
            <a:ext cx="5186363" cy="5267325"/>
          </a:xfrm>
          <a:prstGeom prst="rect">
            <a:avLst/>
          </a:prstGeom>
        </p:spPr>
      </p:pic>
      <p:pic>
        <p:nvPicPr>
          <p:cNvPr id="3" name="Picture 2">
            <a:extLst>
              <a:ext uri="{FF2B5EF4-FFF2-40B4-BE49-F238E27FC236}">
                <a16:creationId xmlns:a16="http://schemas.microsoft.com/office/drawing/2014/main" id="{3A75121D-8753-84E6-C564-E6BF19439DFC}"/>
              </a:ext>
            </a:extLst>
          </p:cNvPr>
          <p:cNvPicPr>
            <a:picLocks noChangeAspect="1"/>
          </p:cNvPicPr>
          <p:nvPr/>
        </p:nvPicPr>
        <p:blipFill>
          <a:blip r:embed="rId3"/>
          <a:stretch>
            <a:fillRect/>
          </a:stretch>
        </p:blipFill>
        <p:spPr>
          <a:xfrm>
            <a:off x="6588533" y="1521553"/>
            <a:ext cx="2257425" cy="3419475"/>
          </a:xfrm>
          <a:prstGeom prst="rect">
            <a:avLst/>
          </a:prstGeom>
        </p:spPr>
      </p:pic>
    </p:spTree>
    <p:extLst>
      <p:ext uri="{BB962C8B-B14F-4D97-AF65-F5344CB8AC3E}">
        <p14:creationId xmlns:p14="http://schemas.microsoft.com/office/powerpoint/2010/main" val="3475255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321891" y="3437829"/>
            <a:ext cx="5649180" cy="984885"/>
          </a:xfrm>
        </p:spPr>
        <p:txBody>
          <a:bodyPr/>
          <a:lstStyle/>
          <a:p>
            <a:r>
              <a:rPr lang="en-US" sz="3200" dirty="0"/>
              <a:t>Vision Diagrams Series</a:t>
            </a:r>
            <a:br>
              <a:rPr lang="en-US" sz="3200" dirty="0"/>
            </a:br>
            <a:r>
              <a:rPr lang="en-US" sz="3200" dirty="0"/>
              <a:t>eDiscovery</a:t>
            </a:r>
          </a:p>
        </p:txBody>
      </p:sp>
      <p:sp>
        <p:nvSpPr>
          <p:cNvPr id="5" name="Text Placeholder 4"/>
          <p:cNvSpPr>
            <a:spLocks noGrp="1"/>
          </p:cNvSpPr>
          <p:nvPr>
            <p:ph type="body" sz="quarter" idx="12"/>
          </p:nvPr>
        </p:nvSpPr>
        <p:spPr>
          <a:xfrm>
            <a:off x="554245" y="5233179"/>
            <a:ext cx="7184036" cy="584775"/>
          </a:xfrm>
        </p:spPr>
        <p:txBody>
          <a:bodyPr/>
          <a:lstStyle/>
          <a:p>
            <a:r>
              <a:rPr lang="en-US" sz="1800" dirty="0"/>
              <a:t>Thierry Matusiak - Information Protection Architect</a:t>
            </a:r>
          </a:p>
          <a:p>
            <a:endParaRPr lang="en-US" sz="2000" dirty="0"/>
          </a:p>
        </p:txBody>
      </p:sp>
      <p:sp>
        <p:nvSpPr>
          <p:cNvPr id="2" name="AutoShape 2" descr="See the source image">
            <a:extLst>
              <a:ext uri="{FF2B5EF4-FFF2-40B4-BE49-F238E27FC236}">
                <a16:creationId xmlns:a16="http://schemas.microsoft.com/office/drawing/2014/main" id="{A283F92F-5AD3-43F4-903A-A395A7CF40C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UI"/>
              <a:ea typeface="+mn-ea"/>
              <a:cs typeface="+mn-cs"/>
            </a:endParaRPr>
          </a:p>
        </p:txBody>
      </p:sp>
      <p:pic>
        <p:nvPicPr>
          <p:cNvPr id="6" name="Picture 5">
            <a:extLst>
              <a:ext uri="{FF2B5EF4-FFF2-40B4-BE49-F238E27FC236}">
                <a16:creationId xmlns:a16="http://schemas.microsoft.com/office/drawing/2014/main" id="{E53188F3-8133-4324-A25A-6D8AB959A83C}"/>
              </a:ext>
            </a:extLst>
          </p:cNvPr>
          <p:cNvPicPr>
            <a:picLocks noChangeAspect="1"/>
          </p:cNvPicPr>
          <p:nvPr/>
        </p:nvPicPr>
        <p:blipFill>
          <a:blip r:embed="rId3"/>
          <a:stretch>
            <a:fillRect/>
          </a:stretch>
        </p:blipFill>
        <p:spPr>
          <a:xfrm>
            <a:off x="268185" y="3419348"/>
            <a:ext cx="1052139" cy="1041510"/>
          </a:xfrm>
          <a:prstGeom prst="rect">
            <a:avLst/>
          </a:prstGeom>
        </p:spPr>
      </p:pic>
    </p:spTree>
    <p:extLst>
      <p:ext uri="{BB962C8B-B14F-4D97-AF65-F5344CB8AC3E}">
        <p14:creationId xmlns:p14="http://schemas.microsoft.com/office/powerpoint/2010/main" val="14362666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Microsoft Security template">
  <a:themeElements>
    <a:clrScheme name="Microsoft Security">
      <a:dk1>
        <a:srgbClr val="000000"/>
      </a:dk1>
      <a:lt1>
        <a:srgbClr val="FFFFFF"/>
      </a:lt1>
      <a:dk2>
        <a:srgbClr val="243A5E"/>
      </a:dk2>
      <a:lt2>
        <a:srgbClr val="E6E6E6"/>
      </a:lt2>
      <a:accent1>
        <a:srgbClr val="0078D4"/>
      </a:accent1>
      <a:accent2>
        <a:srgbClr val="FFB900"/>
      </a:accent2>
      <a:accent3>
        <a:srgbClr val="107C10"/>
      </a:accent3>
      <a:accent4>
        <a:srgbClr val="737373"/>
      </a:accent4>
      <a:accent5>
        <a:srgbClr val="9BF00B"/>
      </a:accent5>
      <a:accent6>
        <a:srgbClr val="50E6FF"/>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_Security_BrandTemplate_v10.potx" id="{FA44F287-60BB-48C7-B80C-62BD5504555E}" vid="{676AD5CD-2562-4982-A575-5107351C6BE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fedf6241-4939-4e1b-b590-33dfacd534c5">
      <UserInfo>
        <DisplayName>Amit Bhatia</DisplayName>
        <AccountId>7</AccountId>
        <AccountType/>
      </UserInfo>
      <UserInfo>
        <DisplayName>Ryan Compton</DisplayName>
        <AccountId>20</AccountId>
        <AccountType/>
      </UserInfo>
      <UserInfo>
        <DisplayName>Dasha Zenkovich</DisplayName>
        <AccountId>115</AccountId>
        <AccountType/>
      </UserInfo>
    </SharedWithUsers>
    <MediaServiceKeyPoints xmlns="e94bc8a8-58ed-427a-9b77-9fee66e26b45" xsi:nil="true"/>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3C5575CCBC9B24390E837B6C4C8E9B3" ma:contentTypeVersion="15" ma:contentTypeDescription="Create a new document." ma:contentTypeScope="" ma:versionID="14919accd032ef547d99e2810f1f8405">
  <xsd:schema xmlns:xsd="http://www.w3.org/2001/XMLSchema" xmlns:xs="http://www.w3.org/2001/XMLSchema" xmlns:p="http://schemas.microsoft.com/office/2006/metadata/properties" xmlns:ns1="http://schemas.microsoft.com/sharepoint/v3" xmlns:ns3="e94bc8a8-58ed-427a-9b77-9fee66e26b45" xmlns:ns4="fedf6241-4939-4e1b-b590-33dfacd534c5" targetNamespace="http://schemas.microsoft.com/office/2006/metadata/properties" ma:root="true" ma:fieldsID="ed01efb8163a9526002ec37cd3dc9756" ns1:_="" ns3:_="" ns4:_="">
    <xsd:import namespace="http://schemas.microsoft.com/sharepoint/v3"/>
    <xsd:import namespace="e94bc8a8-58ed-427a-9b77-9fee66e26b45"/>
    <xsd:import namespace="fedf6241-4939-4e1b-b590-33dfacd534c5"/>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AutoTags" minOccurs="0"/>
                <xsd:element ref="ns3:MediaServiceOCR" minOccurs="0"/>
                <xsd:element ref="ns3:MediaServiceDateTaken" minOccurs="0"/>
                <xsd:element ref="ns3:MediaServiceLocation" minOccurs="0"/>
                <xsd:element ref="ns3:MediaServiceGenerationTime" minOccurs="0"/>
                <xsd:element ref="ns3:MediaServiceEventHashCod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94bc8a8-58ed-427a-9b77-9fee66e26b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edf6241-4939-4e1b-b590-33dfacd534c5"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877E504-449D-486E-B40C-9D5B5C1749A2}">
  <ds:schemaRefs>
    <ds:schemaRef ds:uri="http://purl.org/dc/elements/1.1/"/>
    <ds:schemaRef ds:uri="http://schemas.microsoft.com/sharepoint/v3"/>
    <ds:schemaRef ds:uri="http://schemas.microsoft.com/office/2006/documentManagement/types"/>
    <ds:schemaRef ds:uri="http://schemas.openxmlformats.org/package/2006/metadata/core-properties"/>
    <ds:schemaRef ds:uri="http://purl.org/dc/dcmitype/"/>
    <ds:schemaRef ds:uri="http://schemas.microsoft.com/office/2006/metadata/properties"/>
    <ds:schemaRef ds:uri="http://www.w3.org/XML/1998/namespace"/>
    <ds:schemaRef ds:uri="http://schemas.microsoft.com/office/infopath/2007/PartnerControls"/>
    <ds:schemaRef ds:uri="fedf6241-4939-4e1b-b590-33dfacd534c5"/>
    <ds:schemaRef ds:uri="e94bc8a8-58ed-427a-9b77-9fee66e26b45"/>
    <ds:schemaRef ds:uri="http://purl.org/dc/terms/"/>
  </ds:schemaRefs>
</ds:datastoreItem>
</file>

<file path=customXml/itemProps2.xml><?xml version="1.0" encoding="utf-8"?>
<ds:datastoreItem xmlns:ds="http://schemas.openxmlformats.org/officeDocument/2006/customXml" ds:itemID="{FAD0064A-0D8C-40C2-ACEE-6D5DCCD1595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e94bc8a8-58ed-427a-9b77-9fee66e26b45"/>
    <ds:schemaRef ds:uri="fedf6241-4939-4e1b-b590-33dfacd534c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1086DBB-BE68-4DC9-83A2-9352A4ACE6BF}">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158</Words>
  <Application>Microsoft Office PowerPoint</Application>
  <PresentationFormat>Widescreen</PresentationFormat>
  <Paragraphs>33</Paragraphs>
  <Slides>11</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Segoe UI</vt:lpstr>
      <vt:lpstr>Segoe UI Semibold</vt:lpstr>
      <vt:lpstr>Wingdings</vt:lpstr>
      <vt:lpstr>Microsoft Security template</vt:lpstr>
      <vt:lpstr>Vision Diagrams Series eDiscovery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Vision Diagrams Series eDiscovery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365 Compliance Intelligent compliance and risk management solutions</dc:title>
  <dc:creator/>
  <cp:lastModifiedBy/>
  <cp:revision>4</cp:revision>
  <dcterms:modified xsi:type="dcterms:W3CDTF">2026-07-08T12:17:35Z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0x01010083C5575CCBC9B24390E837B6C4C8E9B3</vt:lpwstr>
  </property>
  <property fmtid="{D5CDD505-2E9C-101B-9397-08002B2CF9AE}" pid="3" name="MSIP_Label_f42aa342-8706-4288-bd11-ebb85995028c_Enabled">
    <vt:lpwstr>True</vt:lpwstr>
  </property>
  <property fmtid="{D5CDD505-2E9C-101B-9397-08002B2CF9AE}" pid="4" name="MSIP_Label_f42aa342-8706-4288-bd11-ebb85995028c_SiteId">
    <vt:lpwstr>72f988bf-86f1-41af-91ab-2d7cd011db47</vt:lpwstr>
  </property>
  <property fmtid="{D5CDD505-2E9C-101B-9397-08002B2CF9AE}" pid="5" name="MSIP_Label_f42aa342-8706-4288-bd11-ebb85995028c_SetDate">
    <vt:lpwstr>2019-10-29T18:24:21.8549494Z</vt:lpwstr>
  </property>
  <property fmtid="{D5CDD505-2E9C-101B-9397-08002B2CF9AE}" pid="6" name="MSIP_Label_f42aa342-8706-4288-bd11-ebb85995028c_Name">
    <vt:lpwstr>General</vt:lpwstr>
  </property>
  <property fmtid="{D5CDD505-2E9C-101B-9397-08002B2CF9AE}" pid="7" name="MSIP_Label_f42aa342-8706-4288-bd11-ebb85995028c_ActionId">
    <vt:lpwstr>9fe11148-5bce-41ab-969e-27313181932b</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